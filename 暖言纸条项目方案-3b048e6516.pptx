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7772400" cy="100584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9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任意多边形: 形状 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/>
        </p:blipFill>
        <p:spPr>
          <a:xfrm>
            <a:off x="-2880" y="-2880"/>
            <a:ext cx="12197880" cy="6863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" name="图片 6"/>
          <p:cNvPicPr/>
          <p:nvPr/>
        </p:nvPicPr>
        <p:blipFill>
          <a:blip r:embed="rId3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2857320" y="1208520"/>
            <a:ext cx="647280" cy="753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51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《暖⾔纸条》项⽬⽅案</a:t>
            </a:r>
            <a:endParaRPr lang="en-US" sz="5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任意多边形: 形状 8"/>
          <p:cNvSpPr/>
          <p:nvPr/>
        </p:nvSpPr>
        <p:spPr>
          <a:xfrm>
            <a:off x="3305160" y="4066920"/>
            <a:ext cx="190800" cy="190800"/>
          </a:xfrm>
          <a:custGeom>
            <a:avLst/>
            <a:gdLst/>
            <a:ahLst/>
            <a:cxnLst/>
            <a:rect l="0" t="0" r="r" b="b"/>
            <a:pathLst>
              <a:path w="530" h="530">
                <a:moveTo>
                  <a:pt x="530" y="266"/>
                </a:moveTo>
                <a:cubicBezTo>
                  <a:pt x="530" y="283"/>
                  <a:pt x="528" y="300"/>
                  <a:pt x="525" y="317"/>
                </a:cubicBezTo>
                <a:cubicBezTo>
                  <a:pt x="521" y="334"/>
                  <a:pt x="516" y="351"/>
                  <a:pt x="510" y="367"/>
                </a:cubicBezTo>
                <a:cubicBezTo>
                  <a:pt x="503" y="383"/>
                  <a:pt x="495" y="398"/>
                  <a:pt x="485" y="413"/>
                </a:cubicBezTo>
                <a:cubicBezTo>
                  <a:pt x="475" y="427"/>
                  <a:pt x="464" y="441"/>
                  <a:pt x="452" y="453"/>
                </a:cubicBezTo>
                <a:cubicBezTo>
                  <a:pt x="440" y="465"/>
                  <a:pt x="427" y="476"/>
                  <a:pt x="412" y="486"/>
                </a:cubicBezTo>
                <a:cubicBezTo>
                  <a:pt x="398" y="495"/>
                  <a:pt x="382" y="504"/>
                  <a:pt x="366" y="510"/>
                </a:cubicBezTo>
                <a:cubicBezTo>
                  <a:pt x="350" y="517"/>
                  <a:pt x="334" y="522"/>
                  <a:pt x="317" y="525"/>
                </a:cubicBezTo>
                <a:cubicBezTo>
                  <a:pt x="300" y="529"/>
                  <a:pt x="282" y="530"/>
                  <a:pt x="265" y="530"/>
                </a:cubicBezTo>
                <a:cubicBezTo>
                  <a:pt x="248" y="530"/>
                  <a:pt x="231" y="529"/>
                  <a:pt x="214" y="525"/>
                </a:cubicBezTo>
                <a:cubicBezTo>
                  <a:pt x="196" y="522"/>
                  <a:pt x="180" y="517"/>
                  <a:pt x="164" y="510"/>
                </a:cubicBezTo>
                <a:cubicBezTo>
                  <a:pt x="148" y="504"/>
                  <a:pt x="133" y="495"/>
                  <a:pt x="118" y="486"/>
                </a:cubicBezTo>
                <a:cubicBezTo>
                  <a:pt x="104" y="476"/>
                  <a:pt x="90" y="465"/>
                  <a:pt x="78" y="453"/>
                </a:cubicBezTo>
                <a:cubicBezTo>
                  <a:pt x="65" y="441"/>
                  <a:pt x="54" y="427"/>
                  <a:pt x="44" y="413"/>
                </a:cubicBezTo>
                <a:cubicBezTo>
                  <a:pt x="34" y="398"/>
                  <a:pt x="26" y="383"/>
                  <a:pt x="20" y="367"/>
                </a:cubicBezTo>
                <a:cubicBezTo>
                  <a:pt x="13" y="351"/>
                  <a:pt x="8" y="334"/>
                  <a:pt x="5" y="317"/>
                </a:cubicBezTo>
                <a:cubicBezTo>
                  <a:pt x="1" y="300"/>
                  <a:pt x="0" y="283"/>
                  <a:pt x="0" y="266"/>
                </a:cubicBezTo>
                <a:cubicBezTo>
                  <a:pt x="0" y="248"/>
                  <a:pt x="1" y="231"/>
                  <a:pt x="5" y="214"/>
                </a:cubicBezTo>
                <a:cubicBezTo>
                  <a:pt x="8" y="197"/>
                  <a:pt x="13" y="181"/>
                  <a:pt x="20" y="165"/>
                </a:cubicBezTo>
                <a:cubicBezTo>
                  <a:pt x="26" y="148"/>
                  <a:pt x="34" y="133"/>
                  <a:pt x="44" y="119"/>
                </a:cubicBezTo>
                <a:cubicBezTo>
                  <a:pt x="54" y="104"/>
                  <a:pt x="65" y="91"/>
                  <a:pt x="78" y="79"/>
                </a:cubicBezTo>
                <a:cubicBezTo>
                  <a:pt x="90" y="65"/>
                  <a:pt x="104" y="54"/>
                  <a:pt x="118" y="45"/>
                </a:cubicBezTo>
                <a:cubicBezTo>
                  <a:pt x="133" y="35"/>
                  <a:pt x="148" y="27"/>
                  <a:pt x="164" y="20"/>
                </a:cubicBezTo>
                <a:cubicBezTo>
                  <a:pt x="180" y="14"/>
                  <a:pt x="196" y="9"/>
                  <a:pt x="214" y="5"/>
                </a:cubicBezTo>
                <a:cubicBezTo>
                  <a:pt x="231" y="2"/>
                  <a:pt x="248" y="0"/>
                  <a:pt x="265" y="0"/>
                </a:cubicBezTo>
                <a:cubicBezTo>
                  <a:pt x="282" y="0"/>
                  <a:pt x="300" y="2"/>
                  <a:pt x="317" y="5"/>
                </a:cubicBezTo>
                <a:cubicBezTo>
                  <a:pt x="334" y="9"/>
                  <a:pt x="350" y="14"/>
                  <a:pt x="366" y="20"/>
                </a:cubicBezTo>
                <a:cubicBezTo>
                  <a:pt x="382" y="27"/>
                  <a:pt x="398" y="35"/>
                  <a:pt x="412" y="45"/>
                </a:cubicBezTo>
                <a:cubicBezTo>
                  <a:pt x="427" y="54"/>
                  <a:pt x="440" y="65"/>
                  <a:pt x="452" y="79"/>
                </a:cubicBezTo>
                <a:cubicBezTo>
                  <a:pt x="464" y="91"/>
                  <a:pt x="475" y="104"/>
                  <a:pt x="485" y="119"/>
                </a:cubicBezTo>
                <a:cubicBezTo>
                  <a:pt x="495" y="133"/>
                  <a:pt x="503" y="148"/>
                  <a:pt x="510" y="165"/>
                </a:cubicBezTo>
                <a:cubicBezTo>
                  <a:pt x="516" y="181"/>
                  <a:pt x="521" y="197"/>
                  <a:pt x="525" y="214"/>
                </a:cubicBezTo>
                <a:cubicBezTo>
                  <a:pt x="528" y="231"/>
                  <a:pt x="530" y="248"/>
                  <a:pt x="530" y="266"/>
                </a:cubicBezTo>
                <a:close/>
              </a:path>
            </a:pathLst>
          </a:custGeom>
          <a:solidFill>
            <a:srgbClr val="FFFFFF">
              <a:alpha val="3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828800" y="3089160"/>
            <a:ext cx="512208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4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项⽬概述、需求分析、系统设计、创新点、实施计划与商业模式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任意多边形: 形状 10"/>
          <p:cNvSpPr/>
          <p:nvPr/>
        </p:nvSpPr>
        <p:spPr>
          <a:xfrm>
            <a:off x="5229000" y="4076640"/>
            <a:ext cx="10080" cy="171720"/>
          </a:xfrm>
          <a:custGeom>
            <a:avLst/>
            <a:gdLst/>
            <a:ahLst/>
            <a:cxnLst/>
            <a:rect l="0" t="0" r="r" b="b"/>
            <a:pathLst>
              <a:path w="28" h="477">
                <a:moveTo>
                  <a:pt x="0" y="0"/>
                </a:moveTo>
                <a:lnTo>
                  <a:pt x="28" y="0"/>
                </a:lnTo>
                <a:lnTo>
                  <a:pt x="28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571560" y="4079520"/>
            <a:ext cx="8200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⼼理健康关怀平台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任意多边形: 形状 12"/>
          <p:cNvSpPr/>
          <p:nvPr/>
        </p:nvSpPr>
        <p:spPr>
          <a:xfrm>
            <a:off x="7353000" y="4076640"/>
            <a:ext cx="10080" cy="171720"/>
          </a:xfrm>
          <a:custGeom>
            <a:avLst/>
            <a:gdLst/>
            <a:ahLst/>
            <a:cxnLst/>
            <a:rect l="0" t="0" r="r" b="b"/>
            <a:pathLst>
              <a:path w="28" h="477">
                <a:moveTo>
                  <a:pt x="0" y="0"/>
                </a:moveTo>
                <a:lnTo>
                  <a:pt x="28" y="0"/>
                </a:lnTo>
                <a:lnTo>
                  <a:pt x="28" y="477"/>
                </a:lnTo>
                <a:lnTo>
                  <a:pt x="0" y="47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5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524200" y="4079520"/>
            <a:ext cx="922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团队负责⼈：刘玳均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48200" y="4083480"/>
            <a:ext cx="3805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029800" y="4079520"/>
            <a:ext cx="513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年项⽬启动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任意多边形: 形状 1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0F0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任意多边形: 形状 1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任意多边形: 形状 19"/>
          <p:cNvSpPr/>
          <p:nvPr/>
        </p:nvSpPr>
        <p:spPr>
          <a:xfrm>
            <a:off x="0" y="-324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19376D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任意多边形: 形状 20"/>
          <p:cNvSpPr/>
          <p:nvPr/>
        </p:nvSpPr>
        <p:spPr>
          <a:xfrm>
            <a:off x="952200" y="2400120"/>
            <a:ext cx="6696720" cy="2238840"/>
          </a:xfrm>
          <a:custGeom>
            <a:avLst/>
            <a:gdLst/>
            <a:ahLst/>
            <a:cxnLst/>
            <a:rect l="0" t="0" r="r" b="b"/>
            <a:pathLst>
              <a:path w="18602" h="6219">
                <a:moveTo>
                  <a:pt x="0" y="5901"/>
                </a:moveTo>
                <a:lnTo>
                  <a:pt x="0" y="317"/>
                </a:lnTo>
                <a:cubicBezTo>
                  <a:pt x="0" y="297"/>
                  <a:pt x="2" y="276"/>
                  <a:pt x="6" y="256"/>
                </a:cubicBezTo>
                <a:cubicBezTo>
                  <a:pt x="11" y="235"/>
                  <a:pt x="17" y="215"/>
                  <a:pt x="25" y="196"/>
                </a:cubicBezTo>
                <a:cubicBezTo>
                  <a:pt x="32" y="177"/>
                  <a:pt x="42" y="158"/>
                  <a:pt x="54" y="141"/>
                </a:cubicBezTo>
                <a:cubicBezTo>
                  <a:pt x="65" y="124"/>
                  <a:pt x="79" y="108"/>
                  <a:pt x="93" y="93"/>
                </a:cubicBezTo>
                <a:cubicBezTo>
                  <a:pt x="108" y="78"/>
                  <a:pt x="124" y="65"/>
                  <a:pt x="141" y="54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6" y="16"/>
                  <a:pt x="235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18284" y="0"/>
                </a:lnTo>
                <a:cubicBezTo>
                  <a:pt x="18305" y="0"/>
                  <a:pt x="18326" y="2"/>
                  <a:pt x="18346" y="6"/>
                </a:cubicBezTo>
                <a:cubicBezTo>
                  <a:pt x="18366" y="10"/>
                  <a:pt x="18386" y="16"/>
                  <a:pt x="18406" y="24"/>
                </a:cubicBezTo>
                <a:cubicBezTo>
                  <a:pt x="18425" y="32"/>
                  <a:pt x="18443" y="42"/>
                  <a:pt x="18460" y="54"/>
                </a:cubicBezTo>
                <a:cubicBezTo>
                  <a:pt x="18478" y="65"/>
                  <a:pt x="18494" y="78"/>
                  <a:pt x="18509" y="93"/>
                </a:cubicBezTo>
                <a:cubicBezTo>
                  <a:pt x="18523" y="108"/>
                  <a:pt x="18536" y="124"/>
                  <a:pt x="18548" y="141"/>
                </a:cubicBezTo>
                <a:cubicBezTo>
                  <a:pt x="18560" y="158"/>
                  <a:pt x="18569" y="177"/>
                  <a:pt x="18577" y="196"/>
                </a:cubicBezTo>
                <a:cubicBezTo>
                  <a:pt x="18585" y="215"/>
                  <a:pt x="18591" y="235"/>
                  <a:pt x="18595" y="256"/>
                </a:cubicBezTo>
                <a:cubicBezTo>
                  <a:pt x="18600" y="276"/>
                  <a:pt x="18602" y="297"/>
                  <a:pt x="18602" y="317"/>
                </a:cubicBezTo>
                <a:lnTo>
                  <a:pt x="18602" y="5901"/>
                </a:lnTo>
                <a:cubicBezTo>
                  <a:pt x="18602" y="5922"/>
                  <a:pt x="18600" y="5943"/>
                  <a:pt x="18595" y="5963"/>
                </a:cubicBezTo>
                <a:cubicBezTo>
                  <a:pt x="18591" y="5984"/>
                  <a:pt x="18585" y="6003"/>
                  <a:pt x="18577" y="6023"/>
                </a:cubicBezTo>
                <a:cubicBezTo>
                  <a:pt x="18569" y="6042"/>
                  <a:pt x="18560" y="6060"/>
                  <a:pt x="18548" y="6078"/>
                </a:cubicBezTo>
                <a:cubicBezTo>
                  <a:pt x="18536" y="6095"/>
                  <a:pt x="18523" y="6111"/>
                  <a:pt x="18509" y="6126"/>
                </a:cubicBezTo>
                <a:cubicBezTo>
                  <a:pt x="18494" y="6140"/>
                  <a:pt x="18478" y="6154"/>
                  <a:pt x="18460" y="6165"/>
                </a:cubicBezTo>
                <a:cubicBezTo>
                  <a:pt x="18443" y="6177"/>
                  <a:pt x="18425" y="6187"/>
                  <a:pt x="18406" y="6195"/>
                </a:cubicBezTo>
                <a:cubicBezTo>
                  <a:pt x="18386" y="6203"/>
                  <a:pt x="18366" y="6209"/>
                  <a:pt x="18346" y="6213"/>
                </a:cubicBezTo>
                <a:cubicBezTo>
                  <a:pt x="18326" y="6217"/>
                  <a:pt x="18305" y="6219"/>
                  <a:pt x="18284" y="6219"/>
                </a:cubicBezTo>
                <a:lnTo>
                  <a:pt x="318" y="6219"/>
                </a:lnTo>
                <a:cubicBezTo>
                  <a:pt x="297" y="6219"/>
                  <a:pt x="276" y="6217"/>
                  <a:pt x="256" y="6213"/>
                </a:cubicBezTo>
                <a:cubicBezTo>
                  <a:pt x="235" y="6209"/>
                  <a:pt x="216" y="6203"/>
                  <a:pt x="196" y="6195"/>
                </a:cubicBezTo>
                <a:cubicBezTo>
                  <a:pt x="177" y="6187"/>
                  <a:pt x="159" y="6177"/>
                  <a:pt x="141" y="6165"/>
                </a:cubicBezTo>
                <a:cubicBezTo>
                  <a:pt x="124" y="6154"/>
                  <a:pt x="108" y="6140"/>
                  <a:pt x="93" y="6126"/>
                </a:cubicBezTo>
                <a:cubicBezTo>
                  <a:pt x="79" y="6111"/>
                  <a:pt x="65" y="6095"/>
                  <a:pt x="54" y="6078"/>
                </a:cubicBezTo>
                <a:cubicBezTo>
                  <a:pt x="42" y="6060"/>
                  <a:pt x="32" y="6042"/>
                  <a:pt x="25" y="6023"/>
                </a:cubicBezTo>
                <a:cubicBezTo>
                  <a:pt x="17" y="6003"/>
                  <a:pt x="11" y="5984"/>
                  <a:pt x="6" y="5963"/>
                </a:cubicBezTo>
                <a:cubicBezTo>
                  <a:pt x="2" y="5943"/>
                  <a:pt x="0" y="5922"/>
                  <a:pt x="0" y="5901"/>
                </a:cubicBezTo>
                <a:close/>
              </a:path>
            </a:pathLst>
          </a:custGeom>
          <a:solidFill>
            <a:srgbClr val="FFFFFF">
              <a:alpha val="1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952560" y="1133640"/>
            <a:ext cx="3521880" cy="622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42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项⽬背景：⼼理健康危机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523880" y="2736360"/>
            <a:ext cx="5094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2032560" y="2730960"/>
            <a:ext cx="137268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FD700"/>
                </a:solidFill>
                <a:effectLst/>
                <a:uFillTx/>
                <a:latin typeface="NotoSansCJKsc"/>
                <a:ea typeface="NotoSansCJKsc"/>
              </a:rPr>
              <a:t>年全球抑郁症患者突破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318560" y="2736360"/>
            <a:ext cx="31860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3.5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4636440" y="2730960"/>
            <a:ext cx="275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FD700"/>
                </a:solidFill>
                <a:effectLst/>
                <a:uFillTx/>
                <a:latin typeface="NotoSansCJKsc"/>
                <a:ea typeface="NotoSansCJKsc"/>
              </a:rPr>
              <a:t>亿</a:t>
            </a:r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（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5093640" y="2736360"/>
            <a:ext cx="5594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652360" y="2730960"/>
            <a:ext cx="686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最新数据）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238400" y="275328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1523880" y="3298320"/>
            <a:ext cx="77616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84.35%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299320" y="3292920"/>
            <a:ext cx="246996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FD700"/>
                </a:solidFill>
                <a:effectLst/>
                <a:uFillTx/>
                <a:latin typeface="NotoSansCJKsc"/>
                <a:ea typeface="NotoSansCJKsc"/>
              </a:rPr>
              <a:t>受访者</a:t>
            </a:r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表⽰需要暖⼼安慰（问卷星调查）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1238400" y="331524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1523880" y="3845520"/>
            <a:ext cx="9608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市场空⽩：缺乏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124080" y="38509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232440" y="3845520"/>
            <a:ext cx="27504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FD700"/>
                </a:solidFill>
                <a:effectLst/>
                <a:uFillTx/>
                <a:latin typeface="NotoSansCJKsc"/>
                <a:ea typeface="NotoSansCJKsc"/>
              </a:rPr>
              <a:t>⼀⾔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689640" y="38509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823200" y="3845520"/>
            <a:ext cx="686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FD700"/>
                </a:solidFill>
                <a:effectLst/>
                <a:uFillTx/>
                <a:latin typeface="NotoSansCJKsc"/>
                <a:ea typeface="NotoSansCJKsc"/>
              </a:rPr>
              <a:t>抑郁症辅助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966200" y="385092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1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"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074560" y="3845520"/>
            <a:ext cx="686520" cy="265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800" b="0" u="none" strike="noStrike">
                <a:solidFill>
                  <a:srgbClr val="FFD700"/>
                </a:solidFill>
                <a:effectLst/>
                <a:uFillTx/>
                <a:latin typeface="NotoSansCJKsc"/>
                <a:ea typeface="NotoSansCJKsc"/>
              </a:rPr>
              <a:t>结合</a:t>
            </a:r>
            <a:r>
              <a:rPr lang="zh-CN" sz="180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的应⽤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1238400" y="3867480"/>
            <a:ext cx="30456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FFD700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3247560" y="5632200"/>
            <a:ext cx="513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数据来源：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4105080" y="5636160"/>
            <a:ext cx="41796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WHO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524120" y="5632200"/>
            <a:ext cx="410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全球报告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514840" y="5632200"/>
            <a:ext cx="3081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问卷星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028920" y="5636160"/>
            <a:ext cx="38052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6410520" y="5632200"/>
            <a:ext cx="30816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年调研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7229520" y="5632200"/>
            <a:ext cx="10249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⼼理健康应⽤市场分析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任意多边形: 形状 4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7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任意多边形: 形状 4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18839"/>
                </a:moveTo>
                <a:lnTo>
                  <a:pt x="0" y="211"/>
                </a:lnTo>
                <a:cubicBezTo>
                  <a:pt x="0" y="197"/>
                  <a:pt x="1" y="184"/>
                  <a:pt x="4" y="170"/>
                </a:cubicBezTo>
                <a:cubicBezTo>
                  <a:pt x="6" y="156"/>
                  <a:pt x="10" y="143"/>
                  <a:pt x="16" y="130"/>
                </a:cubicBezTo>
                <a:cubicBezTo>
                  <a:pt x="21" y="117"/>
                  <a:pt x="27" y="105"/>
                  <a:pt x="35" y="94"/>
                </a:cubicBezTo>
                <a:cubicBezTo>
                  <a:pt x="43" y="82"/>
                  <a:pt x="52" y="71"/>
                  <a:pt x="61" y="61"/>
                </a:cubicBezTo>
                <a:cubicBezTo>
                  <a:pt x="71" y="52"/>
                  <a:pt x="82" y="43"/>
                  <a:pt x="94" y="35"/>
                </a:cubicBezTo>
                <a:cubicBezTo>
                  <a:pt x="105" y="27"/>
                  <a:pt x="117" y="21"/>
                  <a:pt x="130" y="16"/>
                </a:cubicBezTo>
                <a:cubicBezTo>
                  <a:pt x="143" y="10"/>
                  <a:pt x="156" y="6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33655" y="0"/>
                </a:lnTo>
                <a:cubicBezTo>
                  <a:pt x="33669" y="0"/>
                  <a:pt x="33683" y="1"/>
                  <a:pt x="33697" y="4"/>
                </a:cubicBezTo>
                <a:cubicBezTo>
                  <a:pt x="33710" y="6"/>
                  <a:pt x="33724" y="10"/>
                  <a:pt x="33736" y="16"/>
                </a:cubicBezTo>
                <a:cubicBezTo>
                  <a:pt x="33749" y="21"/>
                  <a:pt x="33762" y="27"/>
                  <a:pt x="33773" y="35"/>
                </a:cubicBezTo>
                <a:cubicBezTo>
                  <a:pt x="33785" y="43"/>
                  <a:pt x="33795" y="52"/>
                  <a:pt x="33805" y="61"/>
                </a:cubicBezTo>
                <a:cubicBezTo>
                  <a:pt x="33815" y="71"/>
                  <a:pt x="33824" y="82"/>
                  <a:pt x="33831" y="94"/>
                </a:cubicBezTo>
                <a:cubicBezTo>
                  <a:pt x="33839" y="105"/>
                  <a:pt x="33846" y="117"/>
                  <a:pt x="33851" y="130"/>
                </a:cubicBezTo>
                <a:cubicBezTo>
                  <a:pt x="33856" y="143"/>
                  <a:pt x="33860" y="156"/>
                  <a:pt x="33863" y="170"/>
                </a:cubicBezTo>
                <a:cubicBezTo>
                  <a:pt x="33866" y="183"/>
                  <a:pt x="33867" y="197"/>
                  <a:pt x="33867" y="211"/>
                </a:cubicBezTo>
                <a:lnTo>
                  <a:pt x="33867" y="18839"/>
                </a:lnTo>
                <a:cubicBezTo>
                  <a:pt x="33867" y="18853"/>
                  <a:pt x="33866" y="18867"/>
                  <a:pt x="33863" y="18880"/>
                </a:cubicBezTo>
                <a:cubicBezTo>
                  <a:pt x="33860" y="18894"/>
                  <a:pt x="33856" y="18907"/>
                  <a:pt x="33851" y="18920"/>
                </a:cubicBezTo>
                <a:cubicBezTo>
                  <a:pt x="33846" y="18933"/>
                  <a:pt x="33839" y="18945"/>
                  <a:pt x="33831" y="18956"/>
                </a:cubicBezTo>
                <a:cubicBezTo>
                  <a:pt x="33824" y="18968"/>
                  <a:pt x="33815" y="18979"/>
                  <a:pt x="33805" y="18989"/>
                </a:cubicBezTo>
                <a:cubicBezTo>
                  <a:pt x="33795" y="18998"/>
                  <a:pt x="33785" y="19007"/>
                  <a:pt x="33773" y="19015"/>
                </a:cubicBezTo>
                <a:cubicBezTo>
                  <a:pt x="33762" y="19023"/>
                  <a:pt x="33749" y="19029"/>
                  <a:pt x="33736" y="19034"/>
                </a:cubicBezTo>
                <a:cubicBezTo>
                  <a:pt x="33724" y="19040"/>
                  <a:pt x="33710" y="19044"/>
                  <a:pt x="33697" y="19046"/>
                </a:cubicBezTo>
                <a:cubicBezTo>
                  <a:pt x="33683" y="19049"/>
                  <a:pt x="33669" y="19050"/>
                  <a:pt x="33656" y="19050"/>
                </a:cubicBezTo>
                <a:lnTo>
                  <a:pt x="211" y="19050"/>
                </a:lnTo>
                <a:cubicBezTo>
                  <a:pt x="197" y="19050"/>
                  <a:pt x="183" y="19049"/>
                  <a:pt x="170" y="19046"/>
                </a:cubicBezTo>
                <a:cubicBezTo>
                  <a:pt x="156" y="19044"/>
                  <a:pt x="143" y="19040"/>
                  <a:pt x="130" y="19034"/>
                </a:cubicBezTo>
                <a:cubicBezTo>
                  <a:pt x="117" y="19029"/>
                  <a:pt x="105" y="19023"/>
                  <a:pt x="94" y="19015"/>
                </a:cubicBezTo>
                <a:cubicBezTo>
                  <a:pt x="82" y="19007"/>
                  <a:pt x="71" y="18998"/>
                  <a:pt x="61" y="18989"/>
                </a:cubicBezTo>
                <a:cubicBezTo>
                  <a:pt x="52" y="18979"/>
                  <a:pt x="43" y="18968"/>
                  <a:pt x="35" y="18956"/>
                </a:cubicBezTo>
                <a:cubicBezTo>
                  <a:pt x="27" y="18945"/>
                  <a:pt x="21" y="18933"/>
                  <a:pt x="16" y="18920"/>
                </a:cubicBezTo>
                <a:cubicBezTo>
                  <a:pt x="10" y="18907"/>
                  <a:pt x="6" y="18894"/>
                  <a:pt x="4" y="18880"/>
                </a:cubicBezTo>
                <a:cubicBezTo>
                  <a:pt x="1" y="18866"/>
                  <a:pt x="0" y="18853"/>
                  <a:pt x="0" y="188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任意多边形: 形状 49"/>
          <p:cNvSpPr/>
          <p:nvPr/>
        </p:nvSpPr>
        <p:spPr>
          <a:xfrm>
            <a:off x="571320" y="1533240"/>
            <a:ext cx="3495960" cy="3267360"/>
          </a:xfrm>
          <a:custGeom>
            <a:avLst/>
            <a:gdLst/>
            <a:ahLst/>
            <a:cxnLst/>
            <a:rect l="0" t="0" r="r" b="b"/>
            <a:pathLst>
              <a:path w="9711" h="9076">
                <a:moveTo>
                  <a:pt x="0" y="8759"/>
                </a:moveTo>
                <a:lnTo>
                  <a:pt x="0" y="319"/>
                </a:lnTo>
                <a:cubicBezTo>
                  <a:pt x="0" y="298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7" y="0"/>
                </a:cubicBezTo>
                <a:lnTo>
                  <a:pt x="9394" y="0"/>
                </a:lnTo>
                <a:cubicBezTo>
                  <a:pt x="9415" y="0"/>
                  <a:pt x="9435" y="2"/>
                  <a:pt x="9456" y="6"/>
                </a:cubicBezTo>
                <a:cubicBezTo>
                  <a:pt x="9476" y="10"/>
                  <a:pt x="9496" y="16"/>
                  <a:pt x="9515" y="24"/>
                </a:cubicBezTo>
                <a:cubicBezTo>
                  <a:pt x="9534" y="32"/>
                  <a:pt x="9553" y="42"/>
                  <a:pt x="9570" y="54"/>
                </a:cubicBezTo>
                <a:cubicBezTo>
                  <a:pt x="9587" y="65"/>
                  <a:pt x="9603" y="79"/>
                  <a:pt x="9618" y="93"/>
                </a:cubicBezTo>
                <a:cubicBezTo>
                  <a:pt x="9633" y="108"/>
                  <a:pt x="9646" y="124"/>
                  <a:pt x="9658" y="141"/>
                </a:cubicBezTo>
                <a:cubicBezTo>
                  <a:pt x="9669" y="159"/>
                  <a:pt x="9679" y="177"/>
                  <a:pt x="9687" y="196"/>
                </a:cubicBezTo>
                <a:cubicBezTo>
                  <a:pt x="9695" y="216"/>
                  <a:pt x="9701" y="235"/>
                  <a:pt x="9705" y="256"/>
                </a:cubicBezTo>
                <a:cubicBezTo>
                  <a:pt x="9709" y="276"/>
                  <a:pt x="9711" y="298"/>
                  <a:pt x="9711" y="319"/>
                </a:cubicBezTo>
                <a:lnTo>
                  <a:pt x="9711" y="8759"/>
                </a:lnTo>
                <a:cubicBezTo>
                  <a:pt x="9711" y="8780"/>
                  <a:pt x="9709" y="8800"/>
                  <a:pt x="9705" y="8821"/>
                </a:cubicBezTo>
                <a:cubicBezTo>
                  <a:pt x="9701" y="8841"/>
                  <a:pt x="9695" y="8861"/>
                  <a:pt x="9687" y="8880"/>
                </a:cubicBezTo>
                <a:cubicBezTo>
                  <a:pt x="9679" y="8900"/>
                  <a:pt x="9669" y="8918"/>
                  <a:pt x="9658" y="8935"/>
                </a:cubicBezTo>
                <a:cubicBezTo>
                  <a:pt x="9646" y="8953"/>
                  <a:pt x="9633" y="8969"/>
                  <a:pt x="9618" y="8984"/>
                </a:cubicBezTo>
                <a:cubicBezTo>
                  <a:pt x="9603" y="8998"/>
                  <a:pt x="9587" y="9011"/>
                  <a:pt x="9570" y="9023"/>
                </a:cubicBezTo>
                <a:cubicBezTo>
                  <a:pt x="9553" y="9035"/>
                  <a:pt x="9534" y="9044"/>
                  <a:pt x="9515" y="9052"/>
                </a:cubicBezTo>
                <a:cubicBezTo>
                  <a:pt x="9496" y="9060"/>
                  <a:pt x="9476" y="9066"/>
                  <a:pt x="9456" y="9070"/>
                </a:cubicBezTo>
                <a:cubicBezTo>
                  <a:pt x="9435" y="9074"/>
                  <a:pt x="9415" y="9076"/>
                  <a:pt x="9394" y="9076"/>
                </a:cubicBezTo>
                <a:lnTo>
                  <a:pt x="317" y="9076"/>
                </a:lnTo>
                <a:cubicBezTo>
                  <a:pt x="297" y="9076"/>
                  <a:pt x="276" y="9074"/>
                  <a:pt x="256" y="9070"/>
                </a:cubicBezTo>
                <a:cubicBezTo>
                  <a:pt x="235" y="9066"/>
                  <a:pt x="215" y="9060"/>
                  <a:pt x="196" y="9052"/>
                </a:cubicBezTo>
                <a:cubicBezTo>
                  <a:pt x="177" y="9044"/>
                  <a:pt x="158" y="9035"/>
                  <a:pt x="141" y="9023"/>
                </a:cubicBezTo>
                <a:cubicBezTo>
                  <a:pt x="124" y="9011"/>
                  <a:pt x="108" y="8998"/>
                  <a:pt x="93" y="8984"/>
                </a:cubicBezTo>
                <a:cubicBezTo>
                  <a:pt x="78" y="8969"/>
                  <a:pt x="65" y="8953"/>
                  <a:pt x="54" y="8935"/>
                </a:cubicBezTo>
                <a:cubicBezTo>
                  <a:pt x="42" y="8918"/>
                  <a:pt x="32" y="8900"/>
                  <a:pt x="24" y="8880"/>
                </a:cubicBezTo>
                <a:cubicBezTo>
                  <a:pt x="16" y="8861"/>
                  <a:pt x="10" y="8841"/>
                  <a:pt x="6" y="8821"/>
                </a:cubicBezTo>
                <a:cubicBezTo>
                  <a:pt x="2" y="8800"/>
                  <a:pt x="0" y="8780"/>
                  <a:pt x="0" y="87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任意多边形: 形状 50"/>
          <p:cNvSpPr/>
          <p:nvPr/>
        </p:nvSpPr>
        <p:spPr>
          <a:xfrm>
            <a:off x="857160" y="1819080"/>
            <a:ext cx="762120" cy="762480"/>
          </a:xfrm>
          <a:custGeom>
            <a:avLst/>
            <a:gdLst/>
            <a:ahLst/>
            <a:cxnLst/>
            <a:rect l="0" t="0" r="r" b="b"/>
            <a:pathLst>
              <a:path w="2117" h="2118">
                <a:moveTo>
                  <a:pt x="2117" y="1059"/>
                </a:moveTo>
                <a:cubicBezTo>
                  <a:pt x="2117" y="1094"/>
                  <a:pt x="2116" y="1129"/>
                  <a:pt x="2112" y="1163"/>
                </a:cubicBezTo>
                <a:cubicBezTo>
                  <a:pt x="2109" y="1198"/>
                  <a:pt x="2104" y="1232"/>
                  <a:pt x="2097" y="1266"/>
                </a:cubicBezTo>
                <a:cubicBezTo>
                  <a:pt x="2090" y="1300"/>
                  <a:pt x="2082" y="1333"/>
                  <a:pt x="2072" y="1367"/>
                </a:cubicBezTo>
                <a:cubicBezTo>
                  <a:pt x="2062" y="1400"/>
                  <a:pt x="2050" y="1432"/>
                  <a:pt x="2037" y="1464"/>
                </a:cubicBezTo>
                <a:cubicBezTo>
                  <a:pt x="2024" y="1496"/>
                  <a:pt x="2009" y="1528"/>
                  <a:pt x="1992" y="1558"/>
                </a:cubicBezTo>
                <a:cubicBezTo>
                  <a:pt x="1976" y="1589"/>
                  <a:pt x="1958" y="1619"/>
                  <a:pt x="1939" y="1647"/>
                </a:cubicBezTo>
                <a:cubicBezTo>
                  <a:pt x="1920" y="1676"/>
                  <a:pt x="1899" y="1704"/>
                  <a:pt x="1877" y="1731"/>
                </a:cubicBezTo>
                <a:cubicBezTo>
                  <a:pt x="1855" y="1758"/>
                  <a:pt x="1832" y="1783"/>
                  <a:pt x="1807" y="1808"/>
                </a:cubicBezTo>
                <a:cubicBezTo>
                  <a:pt x="1783" y="1832"/>
                  <a:pt x="1757" y="1855"/>
                  <a:pt x="1730" y="1877"/>
                </a:cubicBezTo>
                <a:cubicBezTo>
                  <a:pt x="1704" y="1899"/>
                  <a:pt x="1676" y="1920"/>
                  <a:pt x="1647" y="1939"/>
                </a:cubicBezTo>
                <a:cubicBezTo>
                  <a:pt x="1618" y="1959"/>
                  <a:pt x="1589" y="1976"/>
                  <a:pt x="1558" y="1993"/>
                </a:cubicBezTo>
                <a:cubicBezTo>
                  <a:pt x="1527" y="2009"/>
                  <a:pt x="1496" y="2024"/>
                  <a:pt x="1464" y="2037"/>
                </a:cubicBezTo>
                <a:cubicBezTo>
                  <a:pt x="1432" y="2050"/>
                  <a:pt x="1399" y="2062"/>
                  <a:pt x="1366" y="2072"/>
                </a:cubicBezTo>
                <a:cubicBezTo>
                  <a:pt x="1333" y="2082"/>
                  <a:pt x="1300" y="2091"/>
                  <a:pt x="1266" y="2097"/>
                </a:cubicBezTo>
                <a:cubicBezTo>
                  <a:pt x="1232" y="2104"/>
                  <a:pt x="1197" y="2109"/>
                  <a:pt x="1163" y="2113"/>
                </a:cubicBezTo>
                <a:cubicBezTo>
                  <a:pt x="1128" y="2116"/>
                  <a:pt x="1094" y="2118"/>
                  <a:pt x="1059" y="2118"/>
                </a:cubicBezTo>
                <a:cubicBezTo>
                  <a:pt x="1024" y="2118"/>
                  <a:pt x="990" y="2116"/>
                  <a:pt x="955" y="2113"/>
                </a:cubicBezTo>
                <a:cubicBezTo>
                  <a:pt x="921" y="2109"/>
                  <a:pt x="887" y="2104"/>
                  <a:pt x="853" y="2097"/>
                </a:cubicBezTo>
                <a:cubicBezTo>
                  <a:pt x="819" y="2091"/>
                  <a:pt x="784" y="2082"/>
                  <a:pt x="751" y="2072"/>
                </a:cubicBezTo>
                <a:cubicBezTo>
                  <a:pt x="718" y="2062"/>
                  <a:pt x="685" y="2050"/>
                  <a:pt x="653" y="2037"/>
                </a:cubicBezTo>
                <a:cubicBezTo>
                  <a:pt x="621" y="2024"/>
                  <a:pt x="590" y="2009"/>
                  <a:pt x="559" y="1993"/>
                </a:cubicBezTo>
                <a:cubicBezTo>
                  <a:pt x="529" y="1976"/>
                  <a:pt x="499" y="1959"/>
                  <a:pt x="470" y="1939"/>
                </a:cubicBezTo>
                <a:cubicBezTo>
                  <a:pt x="441" y="1920"/>
                  <a:pt x="413" y="1899"/>
                  <a:pt x="387" y="1877"/>
                </a:cubicBezTo>
                <a:cubicBezTo>
                  <a:pt x="360" y="1855"/>
                  <a:pt x="334" y="1832"/>
                  <a:pt x="310" y="1808"/>
                </a:cubicBezTo>
                <a:cubicBezTo>
                  <a:pt x="285" y="1783"/>
                  <a:pt x="262" y="1758"/>
                  <a:pt x="240" y="1731"/>
                </a:cubicBezTo>
                <a:cubicBezTo>
                  <a:pt x="218" y="1704"/>
                  <a:pt x="197" y="1676"/>
                  <a:pt x="178" y="1647"/>
                </a:cubicBezTo>
                <a:cubicBezTo>
                  <a:pt x="159" y="1619"/>
                  <a:pt x="141" y="1589"/>
                  <a:pt x="125" y="1558"/>
                </a:cubicBezTo>
                <a:cubicBezTo>
                  <a:pt x="108" y="1528"/>
                  <a:pt x="94" y="1496"/>
                  <a:pt x="80" y="1464"/>
                </a:cubicBezTo>
                <a:cubicBezTo>
                  <a:pt x="67" y="1432"/>
                  <a:pt x="55" y="1400"/>
                  <a:pt x="45" y="1367"/>
                </a:cubicBezTo>
                <a:cubicBezTo>
                  <a:pt x="35" y="1333"/>
                  <a:pt x="27" y="1300"/>
                  <a:pt x="20" y="1266"/>
                </a:cubicBezTo>
                <a:cubicBezTo>
                  <a:pt x="13" y="1232"/>
                  <a:pt x="8" y="1198"/>
                  <a:pt x="5" y="1163"/>
                </a:cubicBezTo>
                <a:cubicBezTo>
                  <a:pt x="1" y="1129"/>
                  <a:pt x="0" y="1094"/>
                  <a:pt x="0" y="1059"/>
                </a:cubicBezTo>
                <a:cubicBezTo>
                  <a:pt x="0" y="1025"/>
                  <a:pt x="1" y="990"/>
                  <a:pt x="5" y="956"/>
                </a:cubicBezTo>
                <a:cubicBezTo>
                  <a:pt x="8" y="921"/>
                  <a:pt x="13" y="887"/>
                  <a:pt x="20" y="853"/>
                </a:cubicBezTo>
                <a:cubicBezTo>
                  <a:pt x="27" y="819"/>
                  <a:pt x="35" y="785"/>
                  <a:pt x="45" y="752"/>
                </a:cubicBezTo>
                <a:cubicBezTo>
                  <a:pt x="55" y="719"/>
                  <a:pt x="67" y="686"/>
                  <a:pt x="80" y="654"/>
                </a:cubicBezTo>
                <a:cubicBezTo>
                  <a:pt x="94" y="622"/>
                  <a:pt x="108" y="591"/>
                  <a:pt x="125" y="560"/>
                </a:cubicBezTo>
                <a:cubicBezTo>
                  <a:pt x="141" y="530"/>
                  <a:pt x="159" y="500"/>
                  <a:pt x="178" y="471"/>
                </a:cubicBezTo>
                <a:cubicBezTo>
                  <a:pt x="197" y="443"/>
                  <a:pt x="218" y="415"/>
                  <a:pt x="240" y="388"/>
                </a:cubicBezTo>
                <a:cubicBezTo>
                  <a:pt x="262" y="361"/>
                  <a:pt x="285" y="336"/>
                  <a:pt x="310" y="311"/>
                </a:cubicBezTo>
                <a:cubicBezTo>
                  <a:pt x="334" y="287"/>
                  <a:pt x="360" y="263"/>
                  <a:pt x="387" y="241"/>
                </a:cubicBezTo>
                <a:cubicBezTo>
                  <a:pt x="413" y="218"/>
                  <a:pt x="441" y="198"/>
                  <a:pt x="470" y="178"/>
                </a:cubicBezTo>
                <a:cubicBezTo>
                  <a:pt x="499" y="159"/>
                  <a:pt x="529" y="141"/>
                  <a:pt x="559" y="125"/>
                </a:cubicBezTo>
                <a:cubicBezTo>
                  <a:pt x="590" y="109"/>
                  <a:pt x="621" y="94"/>
                  <a:pt x="653" y="81"/>
                </a:cubicBezTo>
                <a:cubicBezTo>
                  <a:pt x="685" y="67"/>
                  <a:pt x="718" y="56"/>
                  <a:pt x="751" y="46"/>
                </a:cubicBezTo>
                <a:cubicBezTo>
                  <a:pt x="784" y="36"/>
                  <a:pt x="819" y="27"/>
                  <a:pt x="853" y="20"/>
                </a:cubicBezTo>
                <a:cubicBezTo>
                  <a:pt x="887" y="14"/>
                  <a:pt x="921" y="9"/>
                  <a:pt x="955" y="5"/>
                </a:cubicBezTo>
                <a:cubicBezTo>
                  <a:pt x="990" y="2"/>
                  <a:pt x="1024" y="0"/>
                  <a:pt x="1059" y="0"/>
                </a:cubicBezTo>
                <a:cubicBezTo>
                  <a:pt x="1094" y="0"/>
                  <a:pt x="1128" y="2"/>
                  <a:pt x="1163" y="5"/>
                </a:cubicBezTo>
                <a:cubicBezTo>
                  <a:pt x="1197" y="9"/>
                  <a:pt x="1232" y="14"/>
                  <a:pt x="1266" y="20"/>
                </a:cubicBezTo>
                <a:cubicBezTo>
                  <a:pt x="1300" y="27"/>
                  <a:pt x="1333" y="36"/>
                  <a:pt x="1366" y="46"/>
                </a:cubicBezTo>
                <a:cubicBezTo>
                  <a:pt x="1399" y="56"/>
                  <a:pt x="1432" y="67"/>
                  <a:pt x="1464" y="81"/>
                </a:cubicBezTo>
                <a:cubicBezTo>
                  <a:pt x="1496" y="94"/>
                  <a:pt x="1527" y="109"/>
                  <a:pt x="1558" y="125"/>
                </a:cubicBezTo>
                <a:cubicBezTo>
                  <a:pt x="1589" y="141"/>
                  <a:pt x="1618" y="159"/>
                  <a:pt x="1647" y="178"/>
                </a:cubicBezTo>
                <a:cubicBezTo>
                  <a:pt x="1676" y="198"/>
                  <a:pt x="1704" y="218"/>
                  <a:pt x="1730" y="241"/>
                </a:cubicBezTo>
                <a:cubicBezTo>
                  <a:pt x="1757" y="263"/>
                  <a:pt x="1783" y="287"/>
                  <a:pt x="1807" y="311"/>
                </a:cubicBezTo>
                <a:cubicBezTo>
                  <a:pt x="1832" y="336"/>
                  <a:pt x="1855" y="361"/>
                  <a:pt x="1877" y="388"/>
                </a:cubicBezTo>
                <a:cubicBezTo>
                  <a:pt x="1899" y="415"/>
                  <a:pt x="1920" y="443"/>
                  <a:pt x="1939" y="471"/>
                </a:cubicBezTo>
                <a:cubicBezTo>
                  <a:pt x="1958" y="500"/>
                  <a:pt x="1976" y="530"/>
                  <a:pt x="1992" y="560"/>
                </a:cubicBezTo>
                <a:cubicBezTo>
                  <a:pt x="2009" y="591"/>
                  <a:pt x="2024" y="622"/>
                  <a:pt x="2037" y="654"/>
                </a:cubicBezTo>
                <a:cubicBezTo>
                  <a:pt x="2050" y="686"/>
                  <a:pt x="2062" y="719"/>
                  <a:pt x="2072" y="752"/>
                </a:cubicBezTo>
                <a:cubicBezTo>
                  <a:pt x="2082" y="785"/>
                  <a:pt x="2090" y="819"/>
                  <a:pt x="2097" y="853"/>
                </a:cubicBezTo>
                <a:cubicBezTo>
                  <a:pt x="2104" y="887"/>
                  <a:pt x="2109" y="921"/>
                  <a:pt x="2112" y="956"/>
                </a:cubicBezTo>
                <a:cubicBezTo>
                  <a:pt x="2116" y="990"/>
                  <a:pt x="2117" y="1025"/>
                  <a:pt x="2117" y="1059"/>
                </a:cubicBezTo>
                <a:close/>
              </a:path>
            </a:pathLst>
          </a:custGeom>
          <a:solidFill>
            <a:srgbClr val="F0F5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024200" y="1996200"/>
            <a:ext cx="342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👥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857160" y="3084840"/>
            <a:ext cx="7459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双群体模式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857160" y="3756960"/>
            <a:ext cx="1144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患者群体</a:t>
            </a:r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与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帮助者群体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2762280" y="376128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2815200" y="375696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的精准匹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任意多边形: 形状 56"/>
          <p:cNvSpPr/>
          <p:nvPr/>
        </p:nvSpPr>
        <p:spPr>
          <a:xfrm>
            <a:off x="4352760" y="1533240"/>
            <a:ext cx="3486600" cy="3267360"/>
          </a:xfrm>
          <a:custGeom>
            <a:avLst/>
            <a:gdLst/>
            <a:ahLst/>
            <a:cxnLst/>
            <a:rect l="0" t="0" r="r" b="b"/>
            <a:pathLst>
              <a:path w="9685" h="9076">
                <a:moveTo>
                  <a:pt x="0" y="8759"/>
                </a:moveTo>
                <a:lnTo>
                  <a:pt x="0" y="319"/>
                </a:lnTo>
                <a:cubicBezTo>
                  <a:pt x="0" y="298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7" y="0"/>
                </a:cubicBezTo>
                <a:lnTo>
                  <a:pt x="9367" y="0"/>
                </a:lnTo>
                <a:cubicBezTo>
                  <a:pt x="9388" y="0"/>
                  <a:pt x="9409" y="2"/>
                  <a:pt x="9429" y="6"/>
                </a:cubicBezTo>
                <a:cubicBezTo>
                  <a:pt x="9450" y="10"/>
                  <a:pt x="9469" y="16"/>
                  <a:pt x="9489" y="24"/>
                </a:cubicBezTo>
                <a:cubicBezTo>
                  <a:pt x="9508" y="32"/>
                  <a:pt x="9526" y="42"/>
                  <a:pt x="9544" y="54"/>
                </a:cubicBezTo>
                <a:cubicBezTo>
                  <a:pt x="9561" y="65"/>
                  <a:pt x="9577" y="79"/>
                  <a:pt x="9592" y="93"/>
                </a:cubicBezTo>
                <a:cubicBezTo>
                  <a:pt x="9606" y="108"/>
                  <a:pt x="9620" y="124"/>
                  <a:pt x="9631" y="141"/>
                </a:cubicBezTo>
                <a:cubicBezTo>
                  <a:pt x="9643" y="159"/>
                  <a:pt x="9653" y="177"/>
                  <a:pt x="9661" y="196"/>
                </a:cubicBezTo>
                <a:cubicBezTo>
                  <a:pt x="9669" y="216"/>
                  <a:pt x="9675" y="235"/>
                  <a:pt x="9679" y="256"/>
                </a:cubicBezTo>
                <a:cubicBezTo>
                  <a:pt x="9683" y="276"/>
                  <a:pt x="9685" y="298"/>
                  <a:pt x="9685" y="319"/>
                </a:cubicBezTo>
                <a:lnTo>
                  <a:pt x="9685" y="8759"/>
                </a:lnTo>
                <a:cubicBezTo>
                  <a:pt x="9685" y="8780"/>
                  <a:pt x="9683" y="8800"/>
                  <a:pt x="9679" y="8821"/>
                </a:cubicBezTo>
                <a:cubicBezTo>
                  <a:pt x="9675" y="8841"/>
                  <a:pt x="9669" y="8861"/>
                  <a:pt x="9661" y="8880"/>
                </a:cubicBezTo>
                <a:cubicBezTo>
                  <a:pt x="9653" y="8900"/>
                  <a:pt x="9643" y="8918"/>
                  <a:pt x="9631" y="8935"/>
                </a:cubicBezTo>
                <a:cubicBezTo>
                  <a:pt x="9620" y="8953"/>
                  <a:pt x="9606" y="8969"/>
                  <a:pt x="9592" y="8984"/>
                </a:cubicBezTo>
                <a:cubicBezTo>
                  <a:pt x="9577" y="8998"/>
                  <a:pt x="9561" y="9011"/>
                  <a:pt x="9544" y="9023"/>
                </a:cubicBezTo>
                <a:cubicBezTo>
                  <a:pt x="9526" y="9035"/>
                  <a:pt x="9508" y="9044"/>
                  <a:pt x="9489" y="9052"/>
                </a:cubicBezTo>
                <a:cubicBezTo>
                  <a:pt x="9469" y="9060"/>
                  <a:pt x="9450" y="9066"/>
                  <a:pt x="9429" y="9070"/>
                </a:cubicBezTo>
                <a:cubicBezTo>
                  <a:pt x="9409" y="9074"/>
                  <a:pt x="9388" y="9076"/>
                  <a:pt x="9367" y="9076"/>
                </a:cubicBezTo>
                <a:lnTo>
                  <a:pt x="317" y="9076"/>
                </a:lnTo>
                <a:cubicBezTo>
                  <a:pt x="297" y="9076"/>
                  <a:pt x="276" y="9074"/>
                  <a:pt x="256" y="9070"/>
                </a:cubicBezTo>
                <a:cubicBezTo>
                  <a:pt x="235" y="9066"/>
                  <a:pt x="215" y="9060"/>
                  <a:pt x="196" y="9052"/>
                </a:cubicBezTo>
                <a:cubicBezTo>
                  <a:pt x="177" y="9044"/>
                  <a:pt x="158" y="9035"/>
                  <a:pt x="141" y="9023"/>
                </a:cubicBezTo>
                <a:cubicBezTo>
                  <a:pt x="124" y="9011"/>
                  <a:pt x="108" y="8998"/>
                  <a:pt x="93" y="8984"/>
                </a:cubicBezTo>
                <a:cubicBezTo>
                  <a:pt x="78" y="8969"/>
                  <a:pt x="65" y="8953"/>
                  <a:pt x="53" y="8935"/>
                </a:cubicBezTo>
                <a:cubicBezTo>
                  <a:pt x="42" y="8918"/>
                  <a:pt x="32" y="8900"/>
                  <a:pt x="24" y="8880"/>
                </a:cubicBezTo>
                <a:cubicBezTo>
                  <a:pt x="16" y="8861"/>
                  <a:pt x="10" y="8841"/>
                  <a:pt x="6" y="8821"/>
                </a:cubicBezTo>
                <a:cubicBezTo>
                  <a:pt x="2" y="8800"/>
                  <a:pt x="0" y="8780"/>
                  <a:pt x="0" y="87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任意多边形: 形状 57"/>
          <p:cNvSpPr/>
          <p:nvPr/>
        </p:nvSpPr>
        <p:spPr>
          <a:xfrm>
            <a:off x="4638600" y="1819080"/>
            <a:ext cx="762120" cy="762480"/>
          </a:xfrm>
          <a:custGeom>
            <a:avLst/>
            <a:gdLst/>
            <a:ahLst/>
            <a:cxnLst/>
            <a:rect l="0" t="0" r="r" b="b"/>
            <a:pathLst>
              <a:path w="2117" h="2118">
                <a:moveTo>
                  <a:pt x="2117" y="1059"/>
                </a:moveTo>
                <a:cubicBezTo>
                  <a:pt x="2117" y="1094"/>
                  <a:pt x="2116" y="1129"/>
                  <a:pt x="2112" y="1163"/>
                </a:cubicBezTo>
                <a:cubicBezTo>
                  <a:pt x="2109" y="1198"/>
                  <a:pt x="2104" y="1232"/>
                  <a:pt x="2097" y="1266"/>
                </a:cubicBezTo>
                <a:cubicBezTo>
                  <a:pt x="2090" y="1300"/>
                  <a:pt x="2082" y="1333"/>
                  <a:pt x="2072" y="1367"/>
                </a:cubicBezTo>
                <a:cubicBezTo>
                  <a:pt x="2062" y="1400"/>
                  <a:pt x="2050" y="1432"/>
                  <a:pt x="2037" y="1464"/>
                </a:cubicBezTo>
                <a:cubicBezTo>
                  <a:pt x="2024" y="1496"/>
                  <a:pt x="2009" y="1528"/>
                  <a:pt x="1992" y="1558"/>
                </a:cubicBezTo>
                <a:cubicBezTo>
                  <a:pt x="1976" y="1589"/>
                  <a:pt x="1958" y="1619"/>
                  <a:pt x="1939" y="1647"/>
                </a:cubicBezTo>
                <a:cubicBezTo>
                  <a:pt x="1920" y="1676"/>
                  <a:pt x="1899" y="1704"/>
                  <a:pt x="1877" y="1731"/>
                </a:cubicBezTo>
                <a:cubicBezTo>
                  <a:pt x="1855" y="1758"/>
                  <a:pt x="1832" y="1783"/>
                  <a:pt x="1807" y="1808"/>
                </a:cubicBezTo>
                <a:cubicBezTo>
                  <a:pt x="1783" y="1832"/>
                  <a:pt x="1757" y="1855"/>
                  <a:pt x="1730" y="1877"/>
                </a:cubicBezTo>
                <a:cubicBezTo>
                  <a:pt x="1704" y="1899"/>
                  <a:pt x="1676" y="1920"/>
                  <a:pt x="1647" y="1939"/>
                </a:cubicBezTo>
                <a:cubicBezTo>
                  <a:pt x="1618" y="1959"/>
                  <a:pt x="1589" y="1976"/>
                  <a:pt x="1558" y="1993"/>
                </a:cubicBezTo>
                <a:cubicBezTo>
                  <a:pt x="1527" y="2009"/>
                  <a:pt x="1496" y="2024"/>
                  <a:pt x="1464" y="2037"/>
                </a:cubicBezTo>
                <a:cubicBezTo>
                  <a:pt x="1432" y="2050"/>
                  <a:pt x="1399" y="2062"/>
                  <a:pt x="1366" y="2072"/>
                </a:cubicBezTo>
                <a:cubicBezTo>
                  <a:pt x="1333" y="2082"/>
                  <a:pt x="1300" y="2091"/>
                  <a:pt x="1266" y="2097"/>
                </a:cubicBezTo>
                <a:cubicBezTo>
                  <a:pt x="1232" y="2104"/>
                  <a:pt x="1197" y="2109"/>
                  <a:pt x="1163" y="2113"/>
                </a:cubicBezTo>
                <a:cubicBezTo>
                  <a:pt x="1128" y="2116"/>
                  <a:pt x="1094" y="2118"/>
                  <a:pt x="1059" y="2118"/>
                </a:cubicBezTo>
                <a:cubicBezTo>
                  <a:pt x="1024" y="2118"/>
                  <a:pt x="990" y="2116"/>
                  <a:pt x="955" y="2113"/>
                </a:cubicBezTo>
                <a:cubicBezTo>
                  <a:pt x="921" y="2109"/>
                  <a:pt x="887" y="2104"/>
                  <a:pt x="852" y="2097"/>
                </a:cubicBezTo>
                <a:cubicBezTo>
                  <a:pt x="818" y="2091"/>
                  <a:pt x="784" y="2082"/>
                  <a:pt x="751" y="2072"/>
                </a:cubicBezTo>
                <a:cubicBezTo>
                  <a:pt x="718" y="2062"/>
                  <a:pt x="685" y="2050"/>
                  <a:pt x="653" y="2037"/>
                </a:cubicBezTo>
                <a:cubicBezTo>
                  <a:pt x="621" y="2024"/>
                  <a:pt x="590" y="2009"/>
                  <a:pt x="559" y="1993"/>
                </a:cubicBezTo>
                <a:cubicBezTo>
                  <a:pt x="529" y="1976"/>
                  <a:pt x="499" y="1959"/>
                  <a:pt x="470" y="1939"/>
                </a:cubicBezTo>
                <a:cubicBezTo>
                  <a:pt x="441" y="1920"/>
                  <a:pt x="413" y="1899"/>
                  <a:pt x="387" y="1877"/>
                </a:cubicBezTo>
                <a:cubicBezTo>
                  <a:pt x="360" y="1855"/>
                  <a:pt x="334" y="1832"/>
                  <a:pt x="310" y="1808"/>
                </a:cubicBezTo>
                <a:cubicBezTo>
                  <a:pt x="285" y="1783"/>
                  <a:pt x="262" y="1758"/>
                  <a:pt x="240" y="1731"/>
                </a:cubicBezTo>
                <a:cubicBezTo>
                  <a:pt x="218" y="1704"/>
                  <a:pt x="197" y="1676"/>
                  <a:pt x="178" y="1647"/>
                </a:cubicBezTo>
                <a:cubicBezTo>
                  <a:pt x="159" y="1619"/>
                  <a:pt x="141" y="1589"/>
                  <a:pt x="125" y="1558"/>
                </a:cubicBezTo>
                <a:cubicBezTo>
                  <a:pt x="108" y="1528"/>
                  <a:pt x="94" y="1496"/>
                  <a:pt x="80" y="1464"/>
                </a:cubicBezTo>
                <a:cubicBezTo>
                  <a:pt x="67" y="1432"/>
                  <a:pt x="55" y="1400"/>
                  <a:pt x="45" y="1367"/>
                </a:cubicBezTo>
                <a:cubicBezTo>
                  <a:pt x="35" y="1333"/>
                  <a:pt x="27" y="1300"/>
                  <a:pt x="20" y="1266"/>
                </a:cubicBezTo>
                <a:cubicBezTo>
                  <a:pt x="13" y="1232"/>
                  <a:pt x="8" y="1198"/>
                  <a:pt x="5" y="1163"/>
                </a:cubicBezTo>
                <a:cubicBezTo>
                  <a:pt x="1" y="1129"/>
                  <a:pt x="0" y="1094"/>
                  <a:pt x="0" y="1059"/>
                </a:cubicBezTo>
                <a:cubicBezTo>
                  <a:pt x="0" y="1025"/>
                  <a:pt x="1" y="990"/>
                  <a:pt x="5" y="956"/>
                </a:cubicBezTo>
                <a:cubicBezTo>
                  <a:pt x="8" y="921"/>
                  <a:pt x="13" y="887"/>
                  <a:pt x="20" y="853"/>
                </a:cubicBezTo>
                <a:cubicBezTo>
                  <a:pt x="27" y="819"/>
                  <a:pt x="35" y="785"/>
                  <a:pt x="45" y="752"/>
                </a:cubicBezTo>
                <a:cubicBezTo>
                  <a:pt x="55" y="719"/>
                  <a:pt x="67" y="686"/>
                  <a:pt x="80" y="654"/>
                </a:cubicBezTo>
                <a:cubicBezTo>
                  <a:pt x="94" y="622"/>
                  <a:pt x="108" y="591"/>
                  <a:pt x="125" y="560"/>
                </a:cubicBezTo>
                <a:cubicBezTo>
                  <a:pt x="141" y="530"/>
                  <a:pt x="159" y="500"/>
                  <a:pt x="178" y="471"/>
                </a:cubicBezTo>
                <a:cubicBezTo>
                  <a:pt x="197" y="443"/>
                  <a:pt x="218" y="415"/>
                  <a:pt x="240" y="388"/>
                </a:cubicBezTo>
                <a:cubicBezTo>
                  <a:pt x="262" y="361"/>
                  <a:pt x="285" y="336"/>
                  <a:pt x="310" y="311"/>
                </a:cubicBezTo>
                <a:cubicBezTo>
                  <a:pt x="334" y="287"/>
                  <a:pt x="360" y="263"/>
                  <a:pt x="387" y="241"/>
                </a:cubicBezTo>
                <a:cubicBezTo>
                  <a:pt x="413" y="218"/>
                  <a:pt x="441" y="198"/>
                  <a:pt x="470" y="178"/>
                </a:cubicBezTo>
                <a:cubicBezTo>
                  <a:pt x="499" y="159"/>
                  <a:pt x="529" y="141"/>
                  <a:pt x="559" y="125"/>
                </a:cubicBezTo>
                <a:cubicBezTo>
                  <a:pt x="590" y="109"/>
                  <a:pt x="621" y="94"/>
                  <a:pt x="653" y="81"/>
                </a:cubicBezTo>
                <a:cubicBezTo>
                  <a:pt x="685" y="67"/>
                  <a:pt x="718" y="56"/>
                  <a:pt x="751" y="46"/>
                </a:cubicBezTo>
                <a:cubicBezTo>
                  <a:pt x="784" y="36"/>
                  <a:pt x="818" y="27"/>
                  <a:pt x="852" y="20"/>
                </a:cubicBezTo>
                <a:cubicBezTo>
                  <a:pt x="887" y="14"/>
                  <a:pt x="921" y="9"/>
                  <a:pt x="955" y="5"/>
                </a:cubicBezTo>
                <a:cubicBezTo>
                  <a:pt x="990" y="2"/>
                  <a:pt x="1024" y="0"/>
                  <a:pt x="1059" y="0"/>
                </a:cubicBezTo>
                <a:cubicBezTo>
                  <a:pt x="1094" y="0"/>
                  <a:pt x="1128" y="2"/>
                  <a:pt x="1163" y="5"/>
                </a:cubicBezTo>
                <a:cubicBezTo>
                  <a:pt x="1197" y="9"/>
                  <a:pt x="1232" y="14"/>
                  <a:pt x="1266" y="20"/>
                </a:cubicBezTo>
                <a:cubicBezTo>
                  <a:pt x="1300" y="27"/>
                  <a:pt x="1333" y="36"/>
                  <a:pt x="1366" y="46"/>
                </a:cubicBezTo>
                <a:cubicBezTo>
                  <a:pt x="1399" y="56"/>
                  <a:pt x="1432" y="67"/>
                  <a:pt x="1464" y="81"/>
                </a:cubicBezTo>
                <a:cubicBezTo>
                  <a:pt x="1496" y="94"/>
                  <a:pt x="1527" y="109"/>
                  <a:pt x="1558" y="125"/>
                </a:cubicBezTo>
                <a:cubicBezTo>
                  <a:pt x="1589" y="141"/>
                  <a:pt x="1618" y="159"/>
                  <a:pt x="1647" y="178"/>
                </a:cubicBezTo>
                <a:cubicBezTo>
                  <a:pt x="1676" y="198"/>
                  <a:pt x="1704" y="218"/>
                  <a:pt x="1730" y="241"/>
                </a:cubicBezTo>
                <a:cubicBezTo>
                  <a:pt x="1757" y="263"/>
                  <a:pt x="1783" y="287"/>
                  <a:pt x="1807" y="311"/>
                </a:cubicBezTo>
                <a:cubicBezTo>
                  <a:pt x="1832" y="336"/>
                  <a:pt x="1855" y="361"/>
                  <a:pt x="1877" y="388"/>
                </a:cubicBezTo>
                <a:cubicBezTo>
                  <a:pt x="1899" y="415"/>
                  <a:pt x="1920" y="443"/>
                  <a:pt x="1939" y="471"/>
                </a:cubicBezTo>
                <a:cubicBezTo>
                  <a:pt x="1958" y="500"/>
                  <a:pt x="1976" y="530"/>
                  <a:pt x="1992" y="560"/>
                </a:cubicBezTo>
                <a:cubicBezTo>
                  <a:pt x="2009" y="591"/>
                  <a:pt x="2024" y="622"/>
                  <a:pt x="2037" y="654"/>
                </a:cubicBezTo>
                <a:cubicBezTo>
                  <a:pt x="2050" y="686"/>
                  <a:pt x="2062" y="719"/>
                  <a:pt x="2072" y="752"/>
                </a:cubicBezTo>
                <a:cubicBezTo>
                  <a:pt x="2082" y="785"/>
                  <a:pt x="2090" y="819"/>
                  <a:pt x="2097" y="853"/>
                </a:cubicBezTo>
                <a:cubicBezTo>
                  <a:pt x="2104" y="887"/>
                  <a:pt x="2109" y="921"/>
                  <a:pt x="2112" y="956"/>
                </a:cubicBezTo>
                <a:cubicBezTo>
                  <a:pt x="2116" y="990"/>
                  <a:pt x="2117" y="1025"/>
                  <a:pt x="2117" y="1059"/>
                </a:cubicBezTo>
                <a:close/>
              </a:path>
            </a:pathLst>
          </a:custGeom>
          <a:solidFill>
            <a:srgbClr val="F0F5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57160" y="406188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配，构建互助社区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4802400" y="1996200"/>
            <a:ext cx="342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🤖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635360" y="3090600"/>
            <a:ext cx="249120" cy="27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5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AI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883040" y="3084840"/>
            <a:ext cx="2988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赋能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4635360" y="3756960"/>
            <a:ext cx="14868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正能量语句识别与智能扩充，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4635360" y="4066200"/>
            <a:ext cx="3024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AI+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937040" y="4061880"/>
            <a:ext cx="686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⼈⼯双重审核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6080400" y="40662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任意多边形: 形状 66"/>
          <p:cNvSpPr/>
          <p:nvPr/>
        </p:nvSpPr>
        <p:spPr>
          <a:xfrm>
            <a:off x="8124480" y="1533240"/>
            <a:ext cx="3496320" cy="3267360"/>
          </a:xfrm>
          <a:custGeom>
            <a:avLst/>
            <a:gdLst/>
            <a:ahLst/>
            <a:cxnLst/>
            <a:rect l="0" t="0" r="r" b="b"/>
            <a:pathLst>
              <a:path w="9712" h="9076">
                <a:moveTo>
                  <a:pt x="0" y="8759"/>
                </a:moveTo>
                <a:lnTo>
                  <a:pt x="0" y="319"/>
                </a:lnTo>
                <a:cubicBezTo>
                  <a:pt x="0" y="298"/>
                  <a:pt x="2" y="276"/>
                  <a:pt x="7" y="256"/>
                </a:cubicBezTo>
                <a:cubicBezTo>
                  <a:pt x="11" y="235"/>
                  <a:pt x="17" y="216"/>
                  <a:pt x="25" y="196"/>
                </a:cubicBezTo>
                <a:cubicBezTo>
                  <a:pt x="33" y="177"/>
                  <a:pt x="42" y="159"/>
                  <a:pt x="54" y="141"/>
                </a:cubicBezTo>
                <a:cubicBezTo>
                  <a:pt x="66" y="124"/>
                  <a:pt x="79" y="108"/>
                  <a:pt x="93" y="93"/>
                </a:cubicBezTo>
                <a:cubicBezTo>
                  <a:pt x="108" y="79"/>
                  <a:pt x="124" y="65"/>
                  <a:pt x="142" y="54"/>
                </a:cubicBezTo>
                <a:cubicBezTo>
                  <a:pt x="159" y="42"/>
                  <a:pt x="177" y="32"/>
                  <a:pt x="196" y="24"/>
                </a:cubicBezTo>
                <a:cubicBezTo>
                  <a:pt x="216" y="16"/>
                  <a:pt x="236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9394" y="0"/>
                </a:lnTo>
                <a:cubicBezTo>
                  <a:pt x="9415" y="0"/>
                  <a:pt x="9436" y="2"/>
                  <a:pt x="9456" y="6"/>
                </a:cubicBezTo>
                <a:cubicBezTo>
                  <a:pt x="9477" y="10"/>
                  <a:pt x="9496" y="16"/>
                  <a:pt x="9516" y="24"/>
                </a:cubicBezTo>
                <a:cubicBezTo>
                  <a:pt x="9535" y="32"/>
                  <a:pt x="9553" y="42"/>
                  <a:pt x="9571" y="54"/>
                </a:cubicBezTo>
                <a:cubicBezTo>
                  <a:pt x="9588" y="65"/>
                  <a:pt x="9604" y="79"/>
                  <a:pt x="9619" y="93"/>
                </a:cubicBezTo>
                <a:cubicBezTo>
                  <a:pt x="9633" y="108"/>
                  <a:pt x="9647" y="124"/>
                  <a:pt x="9658" y="141"/>
                </a:cubicBezTo>
                <a:cubicBezTo>
                  <a:pt x="9670" y="159"/>
                  <a:pt x="9680" y="177"/>
                  <a:pt x="9687" y="196"/>
                </a:cubicBezTo>
                <a:cubicBezTo>
                  <a:pt x="9695" y="216"/>
                  <a:pt x="9701" y="235"/>
                  <a:pt x="9706" y="256"/>
                </a:cubicBezTo>
                <a:cubicBezTo>
                  <a:pt x="9710" y="276"/>
                  <a:pt x="9712" y="298"/>
                  <a:pt x="9712" y="319"/>
                </a:cubicBezTo>
                <a:lnTo>
                  <a:pt x="9712" y="8759"/>
                </a:lnTo>
                <a:cubicBezTo>
                  <a:pt x="9712" y="8780"/>
                  <a:pt x="9710" y="8800"/>
                  <a:pt x="9706" y="8821"/>
                </a:cubicBezTo>
                <a:cubicBezTo>
                  <a:pt x="9701" y="8841"/>
                  <a:pt x="9695" y="8861"/>
                  <a:pt x="9687" y="8880"/>
                </a:cubicBezTo>
                <a:cubicBezTo>
                  <a:pt x="9680" y="8900"/>
                  <a:pt x="9670" y="8918"/>
                  <a:pt x="9658" y="8935"/>
                </a:cubicBezTo>
                <a:cubicBezTo>
                  <a:pt x="9647" y="8953"/>
                  <a:pt x="9633" y="8969"/>
                  <a:pt x="9619" y="8984"/>
                </a:cubicBezTo>
                <a:cubicBezTo>
                  <a:pt x="9604" y="8998"/>
                  <a:pt x="9588" y="9011"/>
                  <a:pt x="9571" y="9023"/>
                </a:cubicBezTo>
                <a:cubicBezTo>
                  <a:pt x="9553" y="9035"/>
                  <a:pt x="9535" y="9044"/>
                  <a:pt x="9516" y="9052"/>
                </a:cubicBezTo>
                <a:cubicBezTo>
                  <a:pt x="9496" y="9060"/>
                  <a:pt x="9477" y="9066"/>
                  <a:pt x="9456" y="9070"/>
                </a:cubicBezTo>
                <a:cubicBezTo>
                  <a:pt x="9436" y="9074"/>
                  <a:pt x="9415" y="9076"/>
                  <a:pt x="9394" y="9076"/>
                </a:cubicBezTo>
                <a:lnTo>
                  <a:pt x="318" y="9076"/>
                </a:lnTo>
                <a:cubicBezTo>
                  <a:pt x="297" y="9076"/>
                  <a:pt x="276" y="9074"/>
                  <a:pt x="256" y="9070"/>
                </a:cubicBezTo>
                <a:cubicBezTo>
                  <a:pt x="236" y="9066"/>
                  <a:pt x="216" y="9060"/>
                  <a:pt x="196" y="9052"/>
                </a:cubicBezTo>
                <a:cubicBezTo>
                  <a:pt x="177" y="9044"/>
                  <a:pt x="159" y="9035"/>
                  <a:pt x="142" y="9023"/>
                </a:cubicBezTo>
                <a:cubicBezTo>
                  <a:pt x="124" y="9011"/>
                  <a:pt x="108" y="8998"/>
                  <a:pt x="93" y="8984"/>
                </a:cubicBezTo>
                <a:cubicBezTo>
                  <a:pt x="79" y="8969"/>
                  <a:pt x="66" y="8953"/>
                  <a:pt x="54" y="8935"/>
                </a:cubicBezTo>
                <a:cubicBezTo>
                  <a:pt x="42" y="8918"/>
                  <a:pt x="33" y="8900"/>
                  <a:pt x="25" y="8880"/>
                </a:cubicBezTo>
                <a:cubicBezTo>
                  <a:pt x="17" y="8861"/>
                  <a:pt x="11" y="8841"/>
                  <a:pt x="7" y="8821"/>
                </a:cubicBezTo>
                <a:cubicBezTo>
                  <a:pt x="2" y="8800"/>
                  <a:pt x="0" y="8780"/>
                  <a:pt x="0" y="875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任意多边形: 形状 67"/>
          <p:cNvSpPr/>
          <p:nvPr/>
        </p:nvSpPr>
        <p:spPr>
          <a:xfrm>
            <a:off x="8410320" y="1819080"/>
            <a:ext cx="762480" cy="762480"/>
          </a:xfrm>
          <a:custGeom>
            <a:avLst/>
            <a:gdLst/>
            <a:ahLst/>
            <a:cxnLst/>
            <a:rect l="0" t="0" r="r" b="b"/>
            <a:pathLst>
              <a:path w="2118" h="2118">
                <a:moveTo>
                  <a:pt x="2118" y="1059"/>
                </a:moveTo>
                <a:cubicBezTo>
                  <a:pt x="2118" y="1094"/>
                  <a:pt x="2116" y="1129"/>
                  <a:pt x="2113" y="1163"/>
                </a:cubicBezTo>
                <a:cubicBezTo>
                  <a:pt x="2109" y="1198"/>
                  <a:pt x="2104" y="1232"/>
                  <a:pt x="2098" y="1266"/>
                </a:cubicBezTo>
                <a:cubicBezTo>
                  <a:pt x="2091" y="1300"/>
                  <a:pt x="2082" y="1333"/>
                  <a:pt x="2072" y="1367"/>
                </a:cubicBezTo>
                <a:cubicBezTo>
                  <a:pt x="2062" y="1400"/>
                  <a:pt x="2051" y="1432"/>
                  <a:pt x="2037" y="1464"/>
                </a:cubicBezTo>
                <a:cubicBezTo>
                  <a:pt x="2024" y="1496"/>
                  <a:pt x="2009" y="1528"/>
                  <a:pt x="1993" y="1558"/>
                </a:cubicBezTo>
                <a:cubicBezTo>
                  <a:pt x="1977" y="1589"/>
                  <a:pt x="1959" y="1619"/>
                  <a:pt x="1940" y="1647"/>
                </a:cubicBezTo>
                <a:cubicBezTo>
                  <a:pt x="1920" y="1676"/>
                  <a:pt x="1900" y="1704"/>
                  <a:pt x="1878" y="1731"/>
                </a:cubicBezTo>
                <a:cubicBezTo>
                  <a:pt x="1856" y="1758"/>
                  <a:pt x="1832" y="1783"/>
                  <a:pt x="1808" y="1808"/>
                </a:cubicBezTo>
                <a:cubicBezTo>
                  <a:pt x="1783" y="1832"/>
                  <a:pt x="1758" y="1855"/>
                  <a:pt x="1731" y="1877"/>
                </a:cubicBezTo>
                <a:cubicBezTo>
                  <a:pt x="1704" y="1899"/>
                  <a:pt x="1676" y="1920"/>
                  <a:pt x="1648" y="1939"/>
                </a:cubicBezTo>
                <a:cubicBezTo>
                  <a:pt x="1619" y="1959"/>
                  <a:pt x="1589" y="1976"/>
                  <a:pt x="1558" y="1993"/>
                </a:cubicBezTo>
                <a:cubicBezTo>
                  <a:pt x="1528" y="2009"/>
                  <a:pt x="1497" y="2024"/>
                  <a:pt x="1465" y="2037"/>
                </a:cubicBezTo>
                <a:cubicBezTo>
                  <a:pt x="1433" y="2050"/>
                  <a:pt x="1400" y="2062"/>
                  <a:pt x="1367" y="2072"/>
                </a:cubicBezTo>
                <a:cubicBezTo>
                  <a:pt x="1334" y="2082"/>
                  <a:pt x="1300" y="2091"/>
                  <a:pt x="1266" y="2097"/>
                </a:cubicBezTo>
                <a:cubicBezTo>
                  <a:pt x="1232" y="2104"/>
                  <a:pt x="1198" y="2109"/>
                  <a:pt x="1163" y="2113"/>
                </a:cubicBezTo>
                <a:cubicBezTo>
                  <a:pt x="1129" y="2116"/>
                  <a:pt x="1094" y="2118"/>
                  <a:pt x="1060" y="2118"/>
                </a:cubicBezTo>
                <a:cubicBezTo>
                  <a:pt x="1025" y="2118"/>
                  <a:pt x="990" y="2116"/>
                  <a:pt x="955" y="2113"/>
                </a:cubicBezTo>
                <a:cubicBezTo>
                  <a:pt x="920" y="2109"/>
                  <a:pt x="886" y="2104"/>
                  <a:pt x="852" y="2097"/>
                </a:cubicBezTo>
                <a:cubicBezTo>
                  <a:pt x="818" y="2091"/>
                  <a:pt x="784" y="2082"/>
                  <a:pt x="751" y="2072"/>
                </a:cubicBezTo>
                <a:cubicBezTo>
                  <a:pt x="718" y="2062"/>
                  <a:pt x="686" y="2050"/>
                  <a:pt x="654" y="2037"/>
                </a:cubicBezTo>
                <a:cubicBezTo>
                  <a:pt x="622" y="2024"/>
                  <a:pt x="590" y="2009"/>
                  <a:pt x="560" y="1993"/>
                </a:cubicBezTo>
                <a:cubicBezTo>
                  <a:pt x="529" y="1976"/>
                  <a:pt x="499" y="1959"/>
                  <a:pt x="471" y="1939"/>
                </a:cubicBezTo>
                <a:cubicBezTo>
                  <a:pt x="442" y="1920"/>
                  <a:pt x="414" y="1899"/>
                  <a:pt x="387" y="1877"/>
                </a:cubicBezTo>
                <a:cubicBezTo>
                  <a:pt x="360" y="1855"/>
                  <a:pt x="335" y="1832"/>
                  <a:pt x="310" y="1808"/>
                </a:cubicBezTo>
                <a:cubicBezTo>
                  <a:pt x="286" y="1783"/>
                  <a:pt x="262" y="1758"/>
                  <a:pt x="240" y="1731"/>
                </a:cubicBezTo>
                <a:cubicBezTo>
                  <a:pt x="218" y="1704"/>
                  <a:pt x="198" y="1676"/>
                  <a:pt x="179" y="1647"/>
                </a:cubicBezTo>
                <a:cubicBezTo>
                  <a:pt x="159" y="1619"/>
                  <a:pt x="142" y="1589"/>
                  <a:pt x="125" y="1558"/>
                </a:cubicBezTo>
                <a:cubicBezTo>
                  <a:pt x="109" y="1528"/>
                  <a:pt x="94" y="1496"/>
                  <a:pt x="81" y="1464"/>
                </a:cubicBezTo>
                <a:cubicBezTo>
                  <a:pt x="68" y="1432"/>
                  <a:pt x="56" y="1400"/>
                  <a:pt x="46" y="1367"/>
                </a:cubicBezTo>
                <a:cubicBezTo>
                  <a:pt x="36" y="1333"/>
                  <a:pt x="27" y="1300"/>
                  <a:pt x="21" y="1266"/>
                </a:cubicBezTo>
                <a:cubicBezTo>
                  <a:pt x="14" y="1232"/>
                  <a:pt x="9" y="1198"/>
                  <a:pt x="5" y="1163"/>
                </a:cubicBezTo>
                <a:cubicBezTo>
                  <a:pt x="2" y="1129"/>
                  <a:pt x="0" y="1094"/>
                  <a:pt x="0" y="1059"/>
                </a:cubicBezTo>
                <a:cubicBezTo>
                  <a:pt x="0" y="1025"/>
                  <a:pt x="2" y="990"/>
                  <a:pt x="5" y="956"/>
                </a:cubicBezTo>
                <a:cubicBezTo>
                  <a:pt x="9" y="921"/>
                  <a:pt x="14" y="887"/>
                  <a:pt x="21" y="853"/>
                </a:cubicBezTo>
                <a:cubicBezTo>
                  <a:pt x="27" y="819"/>
                  <a:pt x="36" y="785"/>
                  <a:pt x="46" y="752"/>
                </a:cubicBezTo>
                <a:cubicBezTo>
                  <a:pt x="56" y="719"/>
                  <a:pt x="68" y="686"/>
                  <a:pt x="81" y="654"/>
                </a:cubicBezTo>
                <a:cubicBezTo>
                  <a:pt x="94" y="622"/>
                  <a:pt x="109" y="591"/>
                  <a:pt x="125" y="560"/>
                </a:cubicBezTo>
                <a:cubicBezTo>
                  <a:pt x="142" y="530"/>
                  <a:pt x="159" y="500"/>
                  <a:pt x="179" y="471"/>
                </a:cubicBezTo>
                <a:cubicBezTo>
                  <a:pt x="198" y="443"/>
                  <a:pt x="218" y="415"/>
                  <a:pt x="240" y="388"/>
                </a:cubicBezTo>
                <a:cubicBezTo>
                  <a:pt x="262" y="361"/>
                  <a:pt x="286" y="336"/>
                  <a:pt x="310" y="311"/>
                </a:cubicBezTo>
                <a:cubicBezTo>
                  <a:pt x="335" y="287"/>
                  <a:pt x="360" y="263"/>
                  <a:pt x="387" y="241"/>
                </a:cubicBezTo>
                <a:cubicBezTo>
                  <a:pt x="414" y="218"/>
                  <a:pt x="442" y="198"/>
                  <a:pt x="471" y="178"/>
                </a:cubicBezTo>
                <a:cubicBezTo>
                  <a:pt x="499" y="159"/>
                  <a:pt x="529" y="141"/>
                  <a:pt x="560" y="125"/>
                </a:cubicBezTo>
                <a:cubicBezTo>
                  <a:pt x="590" y="109"/>
                  <a:pt x="622" y="94"/>
                  <a:pt x="654" y="81"/>
                </a:cubicBezTo>
                <a:cubicBezTo>
                  <a:pt x="686" y="67"/>
                  <a:pt x="718" y="56"/>
                  <a:pt x="751" y="46"/>
                </a:cubicBezTo>
                <a:cubicBezTo>
                  <a:pt x="784" y="36"/>
                  <a:pt x="818" y="27"/>
                  <a:pt x="852" y="20"/>
                </a:cubicBezTo>
                <a:cubicBezTo>
                  <a:pt x="886" y="14"/>
                  <a:pt x="920" y="9"/>
                  <a:pt x="955" y="5"/>
                </a:cubicBezTo>
                <a:cubicBezTo>
                  <a:pt x="990" y="2"/>
                  <a:pt x="1025" y="0"/>
                  <a:pt x="1060" y="0"/>
                </a:cubicBezTo>
                <a:cubicBezTo>
                  <a:pt x="1094" y="0"/>
                  <a:pt x="1129" y="2"/>
                  <a:pt x="1163" y="5"/>
                </a:cubicBezTo>
                <a:cubicBezTo>
                  <a:pt x="1198" y="9"/>
                  <a:pt x="1232" y="14"/>
                  <a:pt x="1266" y="20"/>
                </a:cubicBezTo>
                <a:cubicBezTo>
                  <a:pt x="1300" y="27"/>
                  <a:pt x="1334" y="36"/>
                  <a:pt x="1367" y="46"/>
                </a:cubicBezTo>
                <a:cubicBezTo>
                  <a:pt x="1400" y="56"/>
                  <a:pt x="1433" y="67"/>
                  <a:pt x="1465" y="81"/>
                </a:cubicBezTo>
                <a:cubicBezTo>
                  <a:pt x="1497" y="94"/>
                  <a:pt x="1528" y="109"/>
                  <a:pt x="1558" y="125"/>
                </a:cubicBezTo>
                <a:cubicBezTo>
                  <a:pt x="1589" y="141"/>
                  <a:pt x="1619" y="159"/>
                  <a:pt x="1648" y="178"/>
                </a:cubicBezTo>
                <a:cubicBezTo>
                  <a:pt x="1676" y="198"/>
                  <a:pt x="1704" y="218"/>
                  <a:pt x="1731" y="241"/>
                </a:cubicBezTo>
                <a:cubicBezTo>
                  <a:pt x="1758" y="263"/>
                  <a:pt x="1783" y="287"/>
                  <a:pt x="1808" y="311"/>
                </a:cubicBezTo>
                <a:cubicBezTo>
                  <a:pt x="1832" y="336"/>
                  <a:pt x="1856" y="361"/>
                  <a:pt x="1878" y="388"/>
                </a:cubicBezTo>
                <a:cubicBezTo>
                  <a:pt x="1900" y="415"/>
                  <a:pt x="1920" y="443"/>
                  <a:pt x="1940" y="471"/>
                </a:cubicBezTo>
                <a:cubicBezTo>
                  <a:pt x="1959" y="500"/>
                  <a:pt x="1977" y="530"/>
                  <a:pt x="1993" y="560"/>
                </a:cubicBezTo>
                <a:cubicBezTo>
                  <a:pt x="2009" y="591"/>
                  <a:pt x="2024" y="622"/>
                  <a:pt x="2037" y="654"/>
                </a:cubicBezTo>
                <a:cubicBezTo>
                  <a:pt x="2051" y="686"/>
                  <a:pt x="2062" y="719"/>
                  <a:pt x="2072" y="752"/>
                </a:cubicBezTo>
                <a:cubicBezTo>
                  <a:pt x="2082" y="785"/>
                  <a:pt x="2091" y="819"/>
                  <a:pt x="2098" y="853"/>
                </a:cubicBezTo>
                <a:cubicBezTo>
                  <a:pt x="2104" y="887"/>
                  <a:pt x="2109" y="921"/>
                  <a:pt x="2113" y="956"/>
                </a:cubicBezTo>
                <a:cubicBezTo>
                  <a:pt x="2116" y="990"/>
                  <a:pt x="2118" y="1025"/>
                  <a:pt x="2118" y="1059"/>
                </a:cubicBezTo>
                <a:close/>
              </a:path>
            </a:pathLst>
          </a:custGeom>
          <a:solidFill>
            <a:srgbClr val="F0F5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6133320" y="4061880"/>
            <a:ext cx="686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确保内容安全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8580600" y="1996200"/>
            <a:ext cx="342360" cy="39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7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💖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8413560" y="3084840"/>
            <a:ext cx="59688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核⼼价值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8413560" y="375696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随机暖⾔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175680" y="3761280"/>
            <a:ext cx="217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 +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9392760" y="375696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安全倾诉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10154880" y="3761280"/>
            <a:ext cx="21780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 + 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10371960" y="375696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专业咨询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7" name="图片 76"/>
          <p:cNvPicPr/>
          <p:nvPr/>
        </p:nvPicPr>
        <p:blipFill>
          <a:blip r:embed="rId2"/>
          <a:stretch/>
        </p:blipFill>
        <p:spPr>
          <a:xfrm>
            <a:off x="0" y="0"/>
            <a:ext cx="12191760" cy="115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" name="文本框 77"/>
          <p:cNvSpPr txBox="1"/>
          <p:nvPr/>
        </p:nvSpPr>
        <p:spPr>
          <a:xfrm>
            <a:off x="8413560" y="406188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三位⼀体⽀持体系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571320" y="381240"/>
            <a:ext cx="239688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解决⽅案：连接与关怀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6334200" y="6293160"/>
            <a:ext cx="96180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  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任意多边形: 形状 8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7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任意多边形: 形状 8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18839"/>
                </a:moveTo>
                <a:lnTo>
                  <a:pt x="0" y="211"/>
                </a:lnTo>
                <a:cubicBezTo>
                  <a:pt x="0" y="197"/>
                  <a:pt x="1" y="184"/>
                  <a:pt x="4" y="170"/>
                </a:cubicBezTo>
                <a:cubicBezTo>
                  <a:pt x="6" y="156"/>
                  <a:pt x="10" y="143"/>
                  <a:pt x="16" y="130"/>
                </a:cubicBezTo>
                <a:cubicBezTo>
                  <a:pt x="21" y="117"/>
                  <a:pt x="27" y="105"/>
                  <a:pt x="35" y="94"/>
                </a:cubicBezTo>
                <a:cubicBezTo>
                  <a:pt x="43" y="82"/>
                  <a:pt x="52" y="71"/>
                  <a:pt x="61" y="61"/>
                </a:cubicBezTo>
                <a:cubicBezTo>
                  <a:pt x="71" y="52"/>
                  <a:pt x="82" y="43"/>
                  <a:pt x="94" y="35"/>
                </a:cubicBezTo>
                <a:cubicBezTo>
                  <a:pt x="105" y="27"/>
                  <a:pt x="117" y="21"/>
                  <a:pt x="130" y="16"/>
                </a:cubicBezTo>
                <a:cubicBezTo>
                  <a:pt x="143" y="10"/>
                  <a:pt x="156" y="6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33655" y="0"/>
                </a:lnTo>
                <a:cubicBezTo>
                  <a:pt x="33669" y="0"/>
                  <a:pt x="33683" y="1"/>
                  <a:pt x="33697" y="4"/>
                </a:cubicBezTo>
                <a:cubicBezTo>
                  <a:pt x="33710" y="6"/>
                  <a:pt x="33724" y="10"/>
                  <a:pt x="33736" y="16"/>
                </a:cubicBezTo>
                <a:cubicBezTo>
                  <a:pt x="33749" y="21"/>
                  <a:pt x="33762" y="27"/>
                  <a:pt x="33773" y="35"/>
                </a:cubicBezTo>
                <a:cubicBezTo>
                  <a:pt x="33785" y="43"/>
                  <a:pt x="33795" y="52"/>
                  <a:pt x="33805" y="61"/>
                </a:cubicBezTo>
                <a:cubicBezTo>
                  <a:pt x="33815" y="71"/>
                  <a:pt x="33824" y="82"/>
                  <a:pt x="33831" y="94"/>
                </a:cubicBezTo>
                <a:cubicBezTo>
                  <a:pt x="33839" y="105"/>
                  <a:pt x="33846" y="117"/>
                  <a:pt x="33851" y="130"/>
                </a:cubicBezTo>
                <a:cubicBezTo>
                  <a:pt x="33856" y="143"/>
                  <a:pt x="33860" y="156"/>
                  <a:pt x="33863" y="170"/>
                </a:cubicBezTo>
                <a:cubicBezTo>
                  <a:pt x="33866" y="183"/>
                  <a:pt x="33867" y="197"/>
                  <a:pt x="33867" y="211"/>
                </a:cubicBezTo>
                <a:lnTo>
                  <a:pt x="33867" y="18839"/>
                </a:lnTo>
                <a:cubicBezTo>
                  <a:pt x="33867" y="18853"/>
                  <a:pt x="33866" y="18867"/>
                  <a:pt x="33863" y="18880"/>
                </a:cubicBezTo>
                <a:cubicBezTo>
                  <a:pt x="33860" y="18894"/>
                  <a:pt x="33856" y="18907"/>
                  <a:pt x="33851" y="18920"/>
                </a:cubicBezTo>
                <a:cubicBezTo>
                  <a:pt x="33846" y="18933"/>
                  <a:pt x="33839" y="18945"/>
                  <a:pt x="33831" y="18956"/>
                </a:cubicBezTo>
                <a:cubicBezTo>
                  <a:pt x="33824" y="18968"/>
                  <a:pt x="33815" y="18979"/>
                  <a:pt x="33805" y="18989"/>
                </a:cubicBezTo>
                <a:cubicBezTo>
                  <a:pt x="33795" y="18998"/>
                  <a:pt x="33785" y="19007"/>
                  <a:pt x="33773" y="19015"/>
                </a:cubicBezTo>
                <a:cubicBezTo>
                  <a:pt x="33762" y="19023"/>
                  <a:pt x="33749" y="19029"/>
                  <a:pt x="33736" y="19034"/>
                </a:cubicBezTo>
                <a:cubicBezTo>
                  <a:pt x="33724" y="19040"/>
                  <a:pt x="33710" y="19044"/>
                  <a:pt x="33697" y="19046"/>
                </a:cubicBezTo>
                <a:cubicBezTo>
                  <a:pt x="33683" y="19049"/>
                  <a:pt x="33669" y="19050"/>
                  <a:pt x="33656" y="19050"/>
                </a:cubicBezTo>
                <a:lnTo>
                  <a:pt x="211" y="19050"/>
                </a:lnTo>
                <a:cubicBezTo>
                  <a:pt x="197" y="19050"/>
                  <a:pt x="183" y="19049"/>
                  <a:pt x="170" y="19046"/>
                </a:cubicBezTo>
                <a:cubicBezTo>
                  <a:pt x="156" y="19044"/>
                  <a:pt x="143" y="19040"/>
                  <a:pt x="130" y="19034"/>
                </a:cubicBezTo>
                <a:cubicBezTo>
                  <a:pt x="117" y="19029"/>
                  <a:pt x="105" y="19023"/>
                  <a:pt x="94" y="19015"/>
                </a:cubicBezTo>
                <a:cubicBezTo>
                  <a:pt x="82" y="19007"/>
                  <a:pt x="71" y="18998"/>
                  <a:pt x="61" y="18989"/>
                </a:cubicBezTo>
                <a:cubicBezTo>
                  <a:pt x="52" y="18979"/>
                  <a:pt x="43" y="18968"/>
                  <a:pt x="35" y="18956"/>
                </a:cubicBezTo>
                <a:cubicBezTo>
                  <a:pt x="27" y="18945"/>
                  <a:pt x="21" y="18933"/>
                  <a:pt x="16" y="18920"/>
                </a:cubicBezTo>
                <a:cubicBezTo>
                  <a:pt x="10" y="18907"/>
                  <a:pt x="6" y="18894"/>
                  <a:pt x="4" y="18880"/>
                </a:cubicBezTo>
                <a:cubicBezTo>
                  <a:pt x="1" y="18866"/>
                  <a:pt x="0" y="18853"/>
                  <a:pt x="0" y="188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任意多边形: 形状 85"/>
          <p:cNvSpPr/>
          <p:nvPr/>
        </p:nvSpPr>
        <p:spPr>
          <a:xfrm>
            <a:off x="571320" y="1533240"/>
            <a:ext cx="5382000" cy="2124360"/>
          </a:xfrm>
          <a:custGeom>
            <a:avLst/>
            <a:gdLst/>
            <a:ahLst/>
            <a:cxnLst/>
            <a:rect l="0" t="0" r="r" b="b"/>
            <a:pathLst>
              <a:path w="14950" h="5901">
                <a:moveTo>
                  <a:pt x="0" y="5584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7" y="0"/>
                </a:cubicBezTo>
                <a:lnTo>
                  <a:pt x="14632" y="0"/>
                </a:lnTo>
                <a:cubicBezTo>
                  <a:pt x="14653" y="0"/>
                  <a:pt x="14674" y="2"/>
                  <a:pt x="14694" y="6"/>
                </a:cubicBezTo>
                <a:cubicBezTo>
                  <a:pt x="14715" y="10"/>
                  <a:pt x="14735" y="16"/>
                  <a:pt x="14754" y="24"/>
                </a:cubicBezTo>
                <a:cubicBezTo>
                  <a:pt x="14773" y="32"/>
                  <a:pt x="14792" y="42"/>
                  <a:pt x="14809" y="54"/>
                </a:cubicBezTo>
                <a:cubicBezTo>
                  <a:pt x="14826" y="65"/>
                  <a:pt x="14842" y="79"/>
                  <a:pt x="14857" y="93"/>
                </a:cubicBezTo>
                <a:cubicBezTo>
                  <a:pt x="14872" y="108"/>
                  <a:pt x="14885" y="124"/>
                  <a:pt x="14896" y="141"/>
                </a:cubicBezTo>
                <a:cubicBezTo>
                  <a:pt x="14908" y="159"/>
                  <a:pt x="14918" y="177"/>
                  <a:pt x="14926" y="196"/>
                </a:cubicBezTo>
                <a:cubicBezTo>
                  <a:pt x="14934" y="216"/>
                  <a:pt x="14940" y="235"/>
                  <a:pt x="14944" y="256"/>
                </a:cubicBezTo>
                <a:cubicBezTo>
                  <a:pt x="14948" y="276"/>
                  <a:pt x="14950" y="297"/>
                  <a:pt x="14950" y="318"/>
                </a:cubicBezTo>
                <a:lnTo>
                  <a:pt x="14950" y="5584"/>
                </a:lnTo>
                <a:cubicBezTo>
                  <a:pt x="14950" y="5605"/>
                  <a:pt x="14948" y="5625"/>
                  <a:pt x="14944" y="5646"/>
                </a:cubicBezTo>
                <a:cubicBezTo>
                  <a:pt x="14940" y="5666"/>
                  <a:pt x="14934" y="5686"/>
                  <a:pt x="14926" y="5706"/>
                </a:cubicBezTo>
                <a:cubicBezTo>
                  <a:pt x="14918" y="5725"/>
                  <a:pt x="14908" y="5743"/>
                  <a:pt x="14896" y="5760"/>
                </a:cubicBezTo>
                <a:cubicBezTo>
                  <a:pt x="14885" y="5778"/>
                  <a:pt x="14872" y="5794"/>
                  <a:pt x="14857" y="5809"/>
                </a:cubicBezTo>
                <a:cubicBezTo>
                  <a:pt x="14842" y="5823"/>
                  <a:pt x="14826" y="5836"/>
                  <a:pt x="14809" y="5848"/>
                </a:cubicBezTo>
                <a:cubicBezTo>
                  <a:pt x="14792" y="5860"/>
                  <a:pt x="14773" y="5869"/>
                  <a:pt x="14754" y="5877"/>
                </a:cubicBezTo>
                <a:cubicBezTo>
                  <a:pt x="14735" y="5885"/>
                  <a:pt x="14715" y="5891"/>
                  <a:pt x="14694" y="5895"/>
                </a:cubicBezTo>
                <a:cubicBezTo>
                  <a:pt x="14674" y="5899"/>
                  <a:pt x="14653" y="5901"/>
                  <a:pt x="14632" y="5901"/>
                </a:cubicBezTo>
                <a:lnTo>
                  <a:pt x="317" y="5901"/>
                </a:lnTo>
                <a:cubicBezTo>
                  <a:pt x="297" y="5901"/>
                  <a:pt x="276" y="5899"/>
                  <a:pt x="256" y="5895"/>
                </a:cubicBezTo>
                <a:cubicBezTo>
                  <a:pt x="235" y="5891"/>
                  <a:pt x="215" y="5885"/>
                  <a:pt x="196" y="5877"/>
                </a:cubicBezTo>
                <a:cubicBezTo>
                  <a:pt x="177" y="5869"/>
                  <a:pt x="158" y="5860"/>
                  <a:pt x="141" y="5848"/>
                </a:cubicBezTo>
                <a:cubicBezTo>
                  <a:pt x="124" y="5836"/>
                  <a:pt x="108" y="5823"/>
                  <a:pt x="93" y="5809"/>
                </a:cubicBezTo>
                <a:cubicBezTo>
                  <a:pt x="78" y="5794"/>
                  <a:pt x="65" y="5778"/>
                  <a:pt x="54" y="5760"/>
                </a:cubicBezTo>
                <a:cubicBezTo>
                  <a:pt x="42" y="5743"/>
                  <a:pt x="32" y="5725"/>
                  <a:pt x="24" y="5706"/>
                </a:cubicBezTo>
                <a:cubicBezTo>
                  <a:pt x="16" y="5686"/>
                  <a:pt x="10" y="5666"/>
                  <a:pt x="6" y="5646"/>
                </a:cubicBezTo>
                <a:cubicBezTo>
                  <a:pt x="2" y="5625"/>
                  <a:pt x="0" y="5605"/>
                  <a:pt x="0" y="55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任意多边形: 形状 86"/>
          <p:cNvSpPr/>
          <p:nvPr/>
        </p:nvSpPr>
        <p:spPr>
          <a:xfrm>
            <a:off x="857160" y="1819080"/>
            <a:ext cx="571680" cy="572040"/>
          </a:xfrm>
          <a:custGeom>
            <a:avLst/>
            <a:gdLst/>
            <a:ahLst/>
            <a:cxnLst/>
            <a:rect l="0" t="0" r="r" b="b"/>
            <a:pathLst>
              <a:path w="1588" h="1589">
                <a:moveTo>
                  <a:pt x="1588" y="795"/>
                </a:moveTo>
                <a:cubicBezTo>
                  <a:pt x="1588" y="821"/>
                  <a:pt x="1586" y="847"/>
                  <a:pt x="1583" y="873"/>
                </a:cubicBezTo>
                <a:cubicBezTo>
                  <a:pt x="1581" y="898"/>
                  <a:pt x="1577" y="924"/>
                  <a:pt x="1572" y="950"/>
                </a:cubicBezTo>
                <a:cubicBezTo>
                  <a:pt x="1567" y="975"/>
                  <a:pt x="1561" y="1000"/>
                  <a:pt x="1553" y="1025"/>
                </a:cubicBezTo>
                <a:cubicBezTo>
                  <a:pt x="1546" y="1050"/>
                  <a:pt x="1537" y="1075"/>
                  <a:pt x="1527" y="1099"/>
                </a:cubicBezTo>
                <a:cubicBezTo>
                  <a:pt x="1517" y="1123"/>
                  <a:pt x="1506" y="1146"/>
                  <a:pt x="1494" y="1169"/>
                </a:cubicBezTo>
                <a:cubicBezTo>
                  <a:pt x="1481" y="1192"/>
                  <a:pt x="1468" y="1214"/>
                  <a:pt x="1453" y="1236"/>
                </a:cubicBezTo>
                <a:cubicBezTo>
                  <a:pt x="1439" y="1257"/>
                  <a:pt x="1424" y="1278"/>
                  <a:pt x="1407" y="1298"/>
                </a:cubicBezTo>
                <a:cubicBezTo>
                  <a:pt x="1391" y="1318"/>
                  <a:pt x="1373" y="1338"/>
                  <a:pt x="1355" y="1356"/>
                </a:cubicBezTo>
                <a:cubicBezTo>
                  <a:pt x="1336" y="1374"/>
                  <a:pt x="1317" y="1392"/>
                  <a:pt x="1297" y="1408"/>
                </a:cubicBezTo>
                <a:cubicBezTo>
                  <a:pt x="1277" y="1425"/>
                  <a:pt x="1256" y="1440"/>
                  <a:pt x="1234" y="1455"/>
                </a:cubicBezTo>
                <a:cubicBezTo>
                  <a:pt x="1213" y="1469"/>
                  <a:pt x="1191" y="1483"/>
                  <a:pt x="1168" y="1495"/>
                </a:cubicBezTo>
                <a:cubicBezTo>
                  <a:pt x="1145" y="1507"/>
                  <a:pt x="1121" y="1518"/>
                  <a:pt x="1097" y="1528"/>
                </a:cubicBezTo>
                <a:cubicBezTo>
                  <a:pt x="1073" y="1538"/>
                  <a:pt x="1049" y="1547"/>
                  <a:pt x="1024" y="1554"/>
                </a:cubicBezTo>
                <a:cubicBezTo>
                  <a:pt x="999" y="1562"/>
                  <a:pt x="974" y="1568"/>
                  <a:pt x="948" y="1573"/>
                </a:cubicBezTo>
                <a:cubicBezTo>
                  <a:pt x="923" y="1578"/>
                  <a:pt x="897" y="1582"/>
                  <a:pt x="871" y="1585"/>
                </a:cubicBezTo>
                <a:cubicBezTo>
                  <a:pt x="845" y="1587"/>
                  <a:pt x="819" y="1589"/>
                  <a:pt x="793" y="1589"/>
                </a:cubicBezTo>
                <a:cubicBezTo>
                  <a:pt x="768" y="1589"/>
                  <a:pt x="742" y="1587"/>
                  <a:pt x="716" y="1585"/>
                </a:cubicBezTo>
                <a:cubicBezTo>
                  <a:pt x="690" y="1582"/>
                  <a:pt x="664" y="1578"/>
                  <a:pt x="639" y="1573"/>
                </a:cubicBezTo>
                <a:cubicBezTo>
                  <a:pt x="613" y="1568"/>
                  <a:pt x="588" y="1562"/>
                  <a:pt x="563" y="1554"/>
                </a:cubicBezTo>
                <a:cubicBezTo>
                  <a:pt x="538" y="1547"/>
                  <a:pt x="514" y="1538"/>
                  <a:pt x="490" y="1528"/>
                </a:cubicBezTo>
                <a:cubicBezTo>
                  <a:pt x="466" y="1518"/>
                  <a:pt x="442" y="1507"/>
                  <a:pt x="419" y="1495"/>
                </a:cubicBezTo>
                <a:cubicBezTo>
                  <a:pt x="396" y="1483"/>
                  <a:pt x="374" y="1469"/>
                  <a:pt x="353" y="1455"/>
                </a:cubicBezTo>
                <a:cubicBezTo>
                  <a:pt x="331" y="1440"/>
                  <a:pt x="310" y="1425"/>
                  <a:pt x="290" y="1408"/>
                </a:cubicBezTo>
                <a:cubicBezTo>
                  <a:pt x="270" y="1392"/>
                  <a:pt x="251" y="1374"/>
                  <a:pt x="232" y="1356"/>
                </a:cubicBezTo>
                <a:cubicBezTo>
                  <a:pt x="214" y="1338"/>
                  <a:pt x="196" y="1318"/>
                  <a:pt x="180" y="1298"/>
                </a:cubicBezTo>
                <a:cubicBezTo>
                  <a:pt x="163" y="1278"/>
                  <a:pt x="148" y="1257"/>
                  <a:pt x="134" y="1236"/>
                </a:cubicBezTo>
                <a:cubicBezTo>
                  <a:pt x="119" y="1214"/>
                  <a:pt x="106" y="1192"/>
                  <a:pt x="93" y="1169"/>
                </a:cubicBezTo>
                <a:cubicBezTo>
                  <a:pt x="81" y="1146"/>
                  <a:pt x="70" y="1123"/>
                  <a:pt x="60" y="1099"/>
                </a:cubicBezTo>
                <a:cubicBezTo>
                  <a:pt x="50" y="1075"/>
                  <a:pt x="41" y="1050"/>
                  <a:pt x="34" y="1025"/>
                </a:cubicBezTo>
                <a:cubicBezTo>
                  <a:pt x="26" y="1000"/>
                  <a:pt x="20" y="975"/>
                  <a:pt x="15" y="950"/>
                </a:cubicBezTo>
                <a:cubicBezTo>
                  <a:pt x="10" y="924"/>
                  <a:pt x="6" y="898"/>
                  <a:pt x="4" y="873"/>
                </a:cubicBezTo>
                <a:cubicBezTo>
                  <a:pt x="1" y="847"/>
                  <a:pt x="0" y="821"/>
                  <a:pt x="0" y="795"/>
                </a:cubicBezTo>
                <a:cubicBezTo>
                  <a:pt x="0" y="769"/>
                  <a:pt x="1" y="743"/>
                  <a:pt x="4" y="717"/>
                </a:cubicBezTo>
                <a:cubicBezTo>
                  <a:pt x="6" y="691"/>
                  <a:pt x="10" y="665"/>
                  <a:pt x="15" y="640"/>
                </a:cubicBezTo>
                <a:cubicBezTo>
                  <a:pt x="20" y="614"/>
                  <a:pt x="26" y="589"/>
                  <a:pt x="34" y="564"/>
                </a:cubicBezTo>
                <a:cubicBezTo>
                  <a:pt x="41" y="539"/>
                  <a:pt x="50" y="515"/>
                  <a:pt x="60" y="490"/>
                </a:cubicBezTo>
                <a:cubicBezTo>
                  <a:pt x="70" y="466"/>
                  <a:pt x="81" y="443"/>
                  <a:pt x="93" y="420"/>
                </a:cubicBezTo>
                <a:cubicBezTo>
                  <a:pt x="106" y="397"/>
                  <a:pt x="119" y="374"/>
                  <a:pt x="134" y="353"/>
                </a:cubicBezTo>
                <a:cubicBezTo>
                  <a:pt x="148" y="331"/>
                  <a:pt x="163" y="310"/>
                  <a:pt x="180" y="290"/>
                </a:cubicBezTo>
                <a:cubicBezTo>
                  <a:pt x="196" y="270"/>
                  <a:pt x="214" y="251"/>
                  <a:pt x="232" y="233"/>
                </a:cubicBezTo>
                <a:cubicBezTo>
                  <a:pt x="251" y="214"/>
                  <a:pt x="270" y="197"/>
                  <a:pt x="290" y="180"/>
                </a:cubicBezTo>
                <a:cubicBezTo>
                  <a:pt x="310" y="164"/>
                  <a:pt x="331" y="148"/>
                  <a:pt x="353" y="134"/>
                </a:cubicBezTo>
                <a:cubicBezTo>
                  <a:pt x="374" y="119"/>
                  <a:pt x="396" y="106"/>
                  <a:pt x="419" y="94"/>
                </a:cubicBezTo>
                <a:cubicBezTo>
                  <a:pt x="442" y="82"/>
                  <a:pt x="466" y="70"/>
                  <a:pt x="490" y="60"/>
                </a:cubicBezTo>
                <a:cubicBezTo>
                  <a:pt x="514" y="51"/>
                  <a:pt x="538" y="42"/>
                  <a:pt x="563" y="34"/>
                </a:cubicBezTo>
                <a:cubicBezTo>
                  <a:pt x="588" y="27"/>
                  <a:pt x="613" y="20"/>
                  <a:pt x="639" y="15"/>
                </a:cubicBezTo>
                <a:cubicBezTo>
                  <a:pt x="664" y="10"/>
                  <a:pt x="690" y="6"/>
                  <a:pt x="716" y="4"/>
                </a:cubicBezTo>
                <a:cubicBezTo>
                  <a:pt x="742" y="1"/>
                  <a:pt x="768" y="0"/>
                  <a:pt x="793" y="0"/>
                </a:cubicBezTo>
                <a:cubicBezTo>
                  <a:pt x="819" y="0"/>
                  <a:pt x="845" y="1"/>
                  <a:pt x="871" y="4"/>
                </a:cubicBezTo>
                <a:cubicBezTo>
                  <a:pt x="897" y="6"/>
                  <a:pt x="923" y="10"/>
                  <a:pt x="948" y="15"/>
                </a:cubicBezTo>
                <a:cubicBezTo>
                  <a:pt x="974" y="20"/>
                  <a:pt x="999" y="27"/>
                  <a:pt x="1024" y="34"/>
                </a:cubicBezTo>
                <a:cubicBezTo>
                  <a:pt x="1049" y="42"/>
                  <a:pt x="1073" y="51"/>
                  <a:pt x="1097" y="60"/>
                </a:cubicBezTo>
                <a:cubicBezTo>
                  <a:pt x="1121" y="70"/>
                  <a:pt x="1145" y="82"/>
                  <a:pt x="1168" y="94"/>
                </a:cubicBezTo>
                <a:cubicBezTo>
                  <a:pt x="1191" y="106"/>
                  <a:pt x="1213" y="119"/>
                  <a:pt x="1234" y="134"/>
                </a:cubicBezTo>
                <a:cubicBezTo>
                  <a:pt x="1256" y="148"/>
                  <a:pt x="1277" y="164"/>
                  <a:pt x="1297" y="180"/>
                </a:cubicBezTo>
                <a:cubicBezTo>
                  <a:pt x="1317" y="197"/>
                  <a:pt x="1336" y="214"/>
                  <a:pt x="1355" y="233"/>
                </a:cubicBezTo>
                <a:cubicBezTo>
                  <a:pt x="1373" y="251"/>
                  <a:pt x="1391" y="270"/>
                  <a:pt x="1407" y="290"/>
                </a:cubicBezTo>
                <a:cubicBezTo>
                  <a:pt x="1424" y="310"/>
                  <a:pt x="1439" y="331"/>
                  <a:pt x="1453" y="353"/>
                </a:cubicBezTo>
                <a:cubicBezTo>
                  <a:pt x="1468" y="374"/>
                  <a:pt x="1481" y="397"/>
                  <a:pt x="1494" y="420"/>
                </a:cubicBezTo>
                <a:cubicBezTo>
                  <a:pt x="1506" y="443"/>
                  <a:pt x="1517" y="466"/>
                  <a:pt x="1527" y="490"/>
                </a:cubicBezTo>
                <a:cubicBezTo>
                  <a:pt x="1537" y="515"/>
                  <a:pt x="1546" y="540"/>
                  <a:pt x="1553" y="564"/>
                </a:cubicBezTo>
                <a:cubicBezTo>
                  <a:pt x="1561" y="589"/>
                  <a:pt x="1567" y="614"/>
                  <a:pt x="1572" y="640"/>
                </a:cubicBezTo>
                <a:cubicBezTo>
                  <a:pt x="1577" y="665"/>
                  <a:pt x="1581" y="691"/>
                  <a:pt x="1583" y="717"/>
                </a:cubicBezTo>
                <a:cubicBezTo>
                  <a:pt x="1586" y="743"/>
                  <a:pt x="1588" y="769"/>
                  <a:pt x="1588" y="795"/>
                </a:cubicBezTo>
                <a:close/>
              </a:path>
            </a:pathLst>
          </a:custGeom>
          <a:solidFill>
            <a:srgbClr val="F0F5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976680" y="1952640"/>
            <a:ext cx="2664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🎯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666800" y="2084760"/>
            <a:ext cx="4478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个性化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666800" y="2613960"/>
            <a:ext cx="65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2428920" y="261828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1666800" y="2633400"/>
            <a:ext cx="3462486" cy="2308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altLang="en-US" sz="1500" b="0" u="none" strike="noStrike" dirty="0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不同</a:t>
            </a:r>
            <a:r>
              <a:rPr lang="zh-CN" sz="1500" b="0" u="none" strike="noStrike" dirty="0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患病程度的</a:t>
            </a:r>
            <a:r>
              <a:rPr lang="zh-CN" sz="1500" b="0" u="none" strike="noStrike" dirty="0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定制⽅案</a:t>
            </a:r>
            <a:r>
              <a:rPr lang="zh-CN" sz="1500" b="0" u="none" strike="noStrike" dirty="0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，满⾜多样化⼼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任意多边形: 形状 92"/>
          <p:cNvSpPr/>
          <p:nvPr/>
        </p:nvSpPr>
        <p:spPr>
          <a:xfrm>
            <a:off x="6238800" y="1533240"/>
            <a:ext cx="5382000" cy="2124360"/>
          </a:xfrm>
          <a:custGeom>
            <a:avLst/>
            <a:gdLst/>
            <a:ahLst/>
            <a:cxnLst/>
            <a:rect l="0" t="0" r="r" b="b"/>
            <a:pathLst>
              <a:path w="14950" h="5901">
                <a:moveTo>
                  <a:pt x="0" y="5584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5"/>
                  <a:pt x="141" y="54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14632" y="0"/>
                </a:lnTo>
                <a:cubicBezTo>
                  <a:pt x="14653" y="0"/>
                  <a:pt x="14674" y="2"/>
                  <a:pt x="14694" y="6"/>
                </a:cubicBezTo>
                <a:cubicBezTo>
                  <a:pt x="14715" y="10"/>
                  <a:pt x="14734" y="16"/>
                  <a:pt x="14754" y="24"/>
                </a:cubicBezTo>
                <a:cubicBezTo>
                  <a:pt x="14773" y="32"/>
                  <a:pt x="14791" y="42"/>
                  <a:pt x="14809" y="54"/>
                </a:cubicBezTo>
                <a:cubicBezTo>
                  <a:pt x="14826" y="65"/>
                  <a:pt x="14842" y="79"/>
                  <a:pt x="14857" y="93"/>
                </a:cubicBezTo>
                <a:cubicBezTo>
                  <a:pt x="14871" y="108"/>
                  <a:pt x="14885" y="124"/>
                  <a:pt x="14896" y="141"/>
                </a:cubicBezTo>
                <a:cubicBezTo>
                  <a:pt x="14908" y="159"/>
                  <a:pt x="14918" y="177"/>
                  <a:pt x="14925" y="196"/>
                </a:cubicBezTo>
                <a:cubicBezTo>
                  <a:pt x="14933" y="216"/>
                  <a:pt x="14939" y="235"/>
                  <a:pt x="14944" y="256"/>
                </a:cubicBezTo>
                <a:cubicBezTo>
                  <a:pt x="14948" y="276"/>
                  <a:pt x="14950" y="297"/>
                  <a:pt x="14950" y="318"/>
                </a:cubicBezTo>
                <a:lnTo>
                  <a:pt x="14950" y="5584"/>
                </a:lnTo>
                <a:cubicBezTo>
                  <a:pt x="14950" y="5605"/>
                  <a:pt x="14948" y="5625"/>
                  <a:pt x="14944" y="5646"/>
                </a:cubicBezTo>
                <a:cubicBezTo>
                  <a:pt x="14939" y="5666"/>
                  <a:pt x="14933" y="5686"/>
                  <a:pt x="14925" y="5706"/>
                </a:cubicBezTo>
                <a:cubicBezTo>
                  <a:pt x="14918" y="5725"/>
                  <a:pt x="14908" y="5743"/>
                  <a:pt x="14896" y="5760"/>
                </a:cubicBezTo>
                <a:cubicBezTo>
                  <a:pt x="14885" y="5778"/>
                  <a:pt x="14871" y="5794"/>
                  <a:pt x="14857" y="5809"/>
                </a:cubicBezTo>
                <a:cubicBezTo>
                  <a:pt x="14842" y="5823"/>
                  <a:pt x="14826" y="5836"/>
                  <a:pt x="14809" y="5848"/>
                </a:cubicBezTo>
                <a:cubicBezTo>
                  <a:pt x="14791" y="5860"/>
                  <a:pt x="14773" y="5869"/>
                  <a:pt x="14754" y="5877"/>
                </a:cubicBezTo>
                <a:cubicBezTo>
                  <a:pt x="14734" y="5885"/>
                  <a:pt x="14715" y="5891"/>
                  <a:pt x="14694" y="5895"/>
                </a:cubicBezTo>
                <a:cubicBezTo>
                  <a:pt x="14674" y="5899"/>
                  <a:pt x="14653" y="5901"/>
                  <a:pt x="14632" y="5901"/>
                </a:cubicBezTo>
                <a:lnTo>
                  <a:pt x="317" y="5901"/>
                </a:lnTo>
                <a:cubicBezTo>
                  <a:pt x="296" y="5901"/>
                  <a:pt x="276" y="5899"/>
                  <a:pt x="255" y="5895"/>
                </a:cubicBezTo>
                <a:cubicBezTo>
                  <a:pt x="235" y="5891"/>
                  <a:pt x="215" y="5885"/>
                  <a:pt x="196" y="5877"/>
                </a:cubicBezTo>
                <a:cubicBezTo>
                  <a:pt x="176" y="5869"/>
                  <a:pt x="158" y="5860"/>
                  <a:pt x="141" y="5848"/>
                </a:cubicBezTo>
                <a:cubicBezTo>
                  <a:pt x="123" y="5836"/>
                  <a:pt x="107" y="5823"/>
                  <a:pt x="93" y="5809"/>
                </a:cubicBezTo>
                <a:cubicBezTo>
                  <a:pt x="78" y="5794"/>
                  <a:pt x="65" y="5778"/>
                  <a:pt x="53" y="5760"/>
                </a:cubicBezTo>
                <a:cubicBezTo>
                  <a:pt x="42" y="5743"/>
                  <a:pt x="32" y="5725"/>
                  <a:pt x="24" y="5706"/>
                </a:cubicBezTo>
                <a:cubicBezTo>
                  <a:pt x="16" y="5686"/>
                  <a:pt x="10" y="5666"/>
                  <a:pt x="6" y="5646"/>
                </a:cubicBezTo>
                <a:cubicBezTo>
                  <a:pt x="2" y="5625"/>
                  <a:pt x="0" y="5605"/>
                  <a:pt x="0" y="5584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任意多边形: 形状 93"/>
          <p:cNvSpPr/>
          <p:nvPr/>
        </p:nvSpPr>
        <p:spPr>
          <a:xfrm>
            <a:off x="6524280" y="1819080"/>
            <a:ext cx="572040" cy="572040"/>
          </a:xfrm>
          <a:custGeom>
            <a:avLst/>
            <a:gdLst/>
            <a:ahLst/>
            <a:cxnLst/>
            <a:rect l="0" t="0" r="r" b="b"/>
            <a:pathLst>
              <a:path w="1589" h="1589">
                <a:moveTo>
                  <a:pt x="1589" y="795"/>
                </a:moveTo>
                <a:cubicBezTo>
                  <a:pt x="1589" y="821"/>
                  <a:pt x="1588" y="847"/>
                  <a:pt x="1585" y="873"/>
                </a:cubicBezTo>
                <a:cubicBezTo>
                  <a:pt x="1583" y="898"/>
                  <a:pt x="1579" y="924"/>
                  <a:pt x="1574" y="950"/>
                </a:cubicBezTo>
                <a:cubicBezTo>
                  <a:pt x="1569" y="975"/>
                  <a:pt x="1562" y="1000"/>
                  <a:pt x="1555" y="1025"/>
                </a:cubicBezTo>
                <a:cubicBezTo>
                  <a:pt x="1547" y="1050"/>
                  <a:pt x="1538" y="1075"/>
                  <a:pt x="1529" y="1099"/>
                </a:cubicBezTo>
                <a:cubicBezTo>
                  <a:pt x="1519" y="1123"/>
                  <a:pt x="1507" y="1146"/>
                  <a:pt x="1495" y="1169"/>
                </a:cubicBezTo>
                <a:cubicBezTo>
                  <a:pt x="1483" y="1192"/>
                  <a:pt x="1470" y="1214"/>
                  <a:pt x="1455" y="1236"/>
                </a:cubicBezTo>
                <a:cubicBezTo>
                  <a:pt x="1441" y="1257"/>
                  <a:pt x="1425" y="1278"/>
                  <a:pt x="1409" y="1298"/>
                </a:cubicBezTo>
                <a:cubicBezTo>
                  <a:pt x="1392" y="1318"/>
                  <a:pt x="1375" y="1338"/>
                  <a:pt x="1356" y="1356"/>
                </a:cubicBezTo>
                <a:cubicBezTo>
                  <a:pt x="1338" y="1374"/>
                  <a:pt x="1319" y="1392"/>
                  <a:pt x="1299" y="1408"/>
                </a:cubicBezTo>
                <a:cubicBezTo>
                  <a:pt x="1279" y="1425"/>
                  <a:pt x="1258" y="1440"/>
                  <a:pt x="1236" y="1455"/>
                </a:cubicBezTo>
                <a:cubicBezTo>
                  <a:pt x="1215" y="1469"/>
                  <a:pt x="1192" y="1483"/>
                  <a:pt x="1169" y="1495"/>
                </a:cubicBezTo>
                <a:cubicBezTo>
                  <a:pt x="1146" y="1507"/>
                  <a:pt x="1123" y="1518"/>
                  <a:pt x="1099" y="1528"/>
                </a:cubicBezTo>
                <a:cubicBezTo>
                  <a:pt x="1075" y="1538"/>
                  <a:pt x="1050" y="1547"/>
                  <a:pt x="1026" y="1554"/>
                </a:cubicBezTo>
                <a:cubicBezTo>
                  <a:pt x="1001" y="1562"/>
                  <a:pt x="976" y="1568"/>
                  <a:pt x="950" y="1573"/>
                </a:cubicBezTo>
                <a:cubicBezTo>
                  <a:pt x="925" y="1578"/>
                  <a:pt x="899" y="1582"/>
                  <a:pt x="873" y="1585"/>
                </a:cubicBezTo>
                <a:cubicBezTo>
                  <a:pt x="847" y="1587"/>
                  <a:pt x="821" y="1589"/>
                  <a:pt x="795" y="1589"/>
                </a:cubicBezTo>
                <a:cubicBezTo>
                  <a:pt x="769" y="1589"/>
                  <a:pt x="743" y="1587"/>
                  <a:pt x="717" y="1585"/>
                </a:cubicBezTo>
                <a:cubicBezTo>
                  <a:pt x="692" y="1582"/>
                  <a:pt x="666" y="1578"/>
                  <a:pt x="640" y="1573"/>
                </a:cubicBezTo>
                <a:cubicBezTo>
                  <a:pt x="615" y="1568"/>
                  <a:pt x="590" y="1562"/>
                  <a:pt x="565" y="1554"/>
                </a:cubicBezTo>
                <a:cubicBezTo>
                  <a:pt x="540" y="1547"/>
                  <a:pt x="515" y="1538"/>
                  <a:pt x="491" y="1528"/>
                </a:cubicBezTo>
                <a:cubicBezTo>
                  <a:pt x="467" y="1518"/>
                  <a:pt x="444" y="1507"/>
                  <a:pt x="421" y="1495"/>
                </a:cubicBezTo>
                <a:cubicBezTo>
                  <a:pt x="398" y="1483"/>
                  <a:pt x="376" y="1469"/>
                  <a:pt x="354" y="1455"/>
                </a:cubicBezTo>
                <a:cubicBezTo>
                  <a:pt x="333" y="1440"/>
                  <a:pt x="312" y="1425"/>
                  <a:pt x="292" y="1408"/>
                </a:cubicBezTo>
                <a:cubicBezTo>
                  <a:pt x="272" y="1392"/>
                  <a:pt x="252" y="1374"/>
                  <a:pt x="234" y="1356"/>
                </a:cubicBezTo>
                <a:cubicBezTo>
                  <a:pt x="216" y="1338"/>
                  <a:pt x="198" y="1318"/>
                  <a:pt x="182" y="1298"/>
                </a:cubicBezTo>
                <a:cubicBezTo>
                  <a:pt x="165" y="1278"/>
                  <a:pt x="150" y="1257"/>
                  <a:pt x="135" y="1236"/>
                </a:cubicBezTo>
                <a:cubicBezTo>
                  <a:pt x="120" y="1214"/>
                  <a:pt x="106" y="1192"/>
                  <a:pt x="94" y="1169"/>
                </a:cubicBezTo>
                <a:cubicBezTo>
                  <a:pt x="82" y="1146"/>
                  <a:pt x="71" y="1123"/>
                  <a:pt x="61" y="1099"/>
                </a:cubicBezTo>
                <a:cubicBezTo>
                  <a:pt x="51" y="1075"/>
                  <a:pt x="42" y="1050"/>
                  <a:pt x="35" y="1025"/>
                </a:cubicBezTo>
                <a:cubicBezTo>
                  <a:pt x="27" y="1000"/>
                  <a:pt x="21" y="975"/>
                  <a:pt x="16" y="950"/>
                </a:cubicBezTo>
                <a:cubicBezTo>
                  <a:pt x="11" y="924"/>
                  <a:pt x="7" y="898"/>
                  <a:pt x="4" y="873"/>
                </a:cubicBezTo>
                <a:cubicBezTo>
                  <a:pt x="2" y="847"/>
                  <a:pt x="0" y="821"/>
                  <a:pt x="0" y="795"/>
                </a:cubicBezTo>
                <a:cubicBezTo>
                  <a:pt x="0" y="769"/>
                  <a:pt x="2" y="743"/>
                  <a:pt x="4" y="717"/>
                </a:cubicBezTo>
                <a:cubicBezTo>
                  <a:pt x="7" y="691"/>
                  <a:pt x="11" y="665"/>
                  <a:pt x="16" y="640"/>
                </a:cubicBezTo>
                <a:cubicBezTo>
                  <a:pt x="21" y="614"/>
                  <a:pt x="27" y="589"/>
                  <a:pt x="35" y="564"/>
                </a:cubicBezTo>
                <a:cubicBezTo>
                  <a:pt x="42" y="539"/>
                  <a:pt x="51" y="515"/>
                  <a:pt x="61" y="490"/>
                </a:cubicBezTo>
                <a:cubicBezTo>
                  <a:pt x="71" y="466"/>
                  <a:pt x="82" y="443"/>
                  <a:pt x="94" y="420"/>
                </a:cubicBezTo>
                <a:cubicBezTo>
                  <a:pt x="106" y="397"/>
                  <a:pt x="120" y="374"/>
                  <a:pt x="135" y="353"/>
                </a:cubicBezTo>
                <a:cubicBezTo>
                  <a:pt x="150" y="331"/>
                  <a:pt x="165" y="310"/>
                  <a:pt x="182" y="290"/>
                </a:cubicBezTo>
                <a:cubicBezTo>
                  <a:pt x="198" y="270"/>
                  <a:pt x="216" y="251"/>
                  <a:pt x="234" y="233"/>
                </a:cubicBezTo>
                <a:cubicBezTo>
                  <a:pt x="252" y="214"/>
                  <a:pt x="272" y="197"/>
                  <a:pt x="292" y="180"/>
                </a:cubicBezTo>
                <a:cubicBezTo>
                  <a:pt x="312" y="164"/>
                  <a:pt x="333" y="148"/>
                  <a:pt x="354" y="134"/>
                </a:cubicBezTo>
                <a:cubicBezTo>
                  <a:pt x="376" y="119"/>
                  <a:pt x="398" y="106"/>
                  <a:pt x="421" y="94"/>
                </a:cubicBezTo>
                <a:cubicBezTo>
                  <a:pt x="444" y="82"/>
                  <a:pt x="467" y="70"/>
                  <a:pt x="491" y="60"/>
                </a:cubicBezTo>
                <a:cubicBezTo>
                  <a:pt x="515" y="51"/>
                  <a:pt x="540" y="42"/>
                  <a:pt x="565" y="34"/>
                </a:cubicBezTo>
                <a:cubicBezTo>
                  <a:pt x="590" y="27"/>
                  <a:pt x="615" y="20"/>
                  <a:pt x="640" y="15"/>
                </a:cubicBezTo>
                <a:cubicBezTo>
                  <a:pt x="666" y="10"/>
                  <a:pt x="692" y="6"/>
                  <a:pt x="717" y="4"/>
                </a:cubicBezTo>
                <a:cubicBezTo>
                  <a:pt x="743" y="1"/>
                  <a:pt x="769" y="0"/>
                  <a:pt x="795" y="0"/>
                </a:cubicBezTo>
                <a:cubicBezTo>
                  <a:pt x="821" y="0"/>
                  <a:pt x="847" y="1"/>
                  <a:pt x="873" y="4"/>
                </a:cubicBezTo>
                <a:cubicBezTo>
                  <a:pt x="899" y="6"/>
                  <a:pt x="925" y="10"/>
                  <a:pt x="950" y="15"/>
                </a:cubicBezTo>
                <a:cubicBezTo>
                  <a:pt x="976" y="20"/>
                  <a:pt x="1001" y="27"/>
                  <a:pt x="1026" y="34"/>
                </a:cubicBezTo>
                <a:cubicBezTo>
                  <a:pt x="1050" y="42"/>
                  <a:pt x="1075" y="51"/>
                  <a:pt x="1099" y="60"/>
                </a:cubicBezTo>
                <a:cubicBezTo>
                  <a:pt x="1123" y="70"/>
                  <a:pt x="1146" y="82"/>
                  <a:pt x="1169" y="94"/>
                </a:cubicBezTo>
                <a:cubicBezTo>
                  <a:pt x="1192" y="106"/>
                  <a:pt x="1215" y="119"/>
                  <a:pt x="1236" y="134"/>
                </a:cubicBezTo>
                <a:cubicBezTo>
                  <a:pt x="1258" y="148"/>
                  <a:pt x="1279" y="164"/>
                  <a:pt x="1299" y="180"/>
                </a:cubicBezTo>
                <a:cubicBezTo>
                  <a:pt x="1319" y="197"/>
                  <a:pt x="1338" y="214"/>
                  <a:pt x="1356" y="233"/>
                </a:cubicBezTo>
                <a:cubicBezTo>
                  <a:pt x="1375" y="251"/>
                  <a:pt x="1392" y="270"/>
                  <a:pt x="1409" y="290"/>
                </a:cubicBezTo>
                <a:cubicBezTo>
                  <a:pt x="1425" y="310"/>
                  <a:pt x="1441" y="331"/>
                  <a:pt x="1455" y="353"/>
                </a:cubicBezTo>
                <a:cubicBezTo>
                  <a:pt x="1470" y="374"/>
                  <a:pt x="1483" y="397"/>
                  <a:pt x="1495" y="420"/>
                </a:cubicBezTo>
                <a:cubicBezTo>
                  <a:pt x="1507" y="443"/>
                  <a:pt x="1519" y="466"/>
                  <a:pt x="1529" y="490"/>
                </a:cubicBezTo>
                <a:cubicBezTo>
                  <a:pt x="1538" y="515"/>
                  <a:pt x="1547" y="540"/>
                  <a:pt x="1555" y="564"/>
                </a:cubicBezTo>
                <a:cubicBezTo>
                  <a:pt x="1562" y="589"/>
                  <a:pt x="1569" y="614"/>
                  <a:pt x="1574" y="640"/>
                </a:cubicBezTo>
                <a:cubicBezTo>
                  <a:pt x="1579" y="665"/>
                  <a:pt x="1583" y="691"/>
                  <a:pt x="1585" y="717"/>
                </a:cubicBezTo>
                <a:cubicBezTo>
                  <a:pt x="1588" y="743"/>
                  <a:pt x="1589" y="769"/>
                  <a:pt x="1589" y="795"/>
                </a:cubicBezTo>
                <a:close/>
              </a:path>
            </a:pathLst>
          </a:custGeom>
          <a:solidFill>
            <a:srgbClr val="F0F5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1666800" y="2918880"/>
            <a:ext cx="3438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理需求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6644160" y="1952640"/>
            <a:ext cx="2664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📱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7334280" y="2084760"/>
            <a:ext cx="4478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便捷性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任意多边形: 形状 97"/>
          <p:cNvSpPr/>
          <p:nvPr/>
        </p:nvSpPr>
        <p:spPr>
          <a:xfrm>
            <a:off x="571320" y="3943080"/>
            <a:ext cx="5382000" cy="2115000"/>
          </a:xfrm>
          <a:custGeom>
            <a:avLst/>
            <a:gdLst/>
            <a:ahLst/>
            <a:cxnLst/>
            <a:rect l="0" t="0" r="r" b="b"/>
            <a:pathLst>
              <a:path w="14950" h="5875">
                <a:moveTo>
                  <a:pt x="0" y="5557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4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8" y="79"/>
                  <a:pt x="124" y="65"/>
                  <a:pt x="141" y="54"/>
                </a:cubicBezTo>
                <a:cubicBezTo>
                  <a:pt x="158" y="42"/>
                  <a:pt x="177" y="32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7" y="0"/>
                </a:cubicBezTo>
                <a:lnTo>
                  <a:pt x="14632" y="0"/>
                </a:lnTo>
                <a:cubicBezTo>
                  <a:pt x="14653" y="0"/>
                  <a:pt x="14674" y="2"/>
                  <a:pt x="14694" y="6"/>
                </a:cubicBezTo>
                <a:cubicBezTo>
                  <a:pt x="14715" y="10"/>
                  <a:pt x="14735" y="16"/>
                  <a:pt x="14754" y="24"/>
                </a:cubicBezTo>
                <a:cubicBezTo>
                  <a:pt x="14773" y="32"/>
                  <a:pt x="14792" y="42"/>
                  <a:pt x="14809" y="54"/>
                </a:cubicBezTo>
                <a:cubicBezTo>
                  <a:pt x="14826" y="65"/>
                  <a:pt x="14842" y="79"/>
                  <a:pt x="14857" y="93"/>
                </a:cubicBezTo>
                <a:cubicBezTo>
                  <a:pt x="14872" y="108"/>
                  <a:pt x="14885" y="124"/>
                  <a:pt x="14896" y="141"/>
                </a:cubicBezTo>
                <a:cubicBezTo>
                  <a:pt x="14908" y="159"/>
                  <a:pt x="14918" y="177"/>
                  <a:pt x="14926" y="196"/>
                </a:cubicBezTo>
                <a:cubicBezTo>
                  <a:pt x="14934" y="216"/>
                  <a:pt x="14940" y="235"/>
                  <a:pt x="14944" y="256"/>
                </a:cubicBezTo>
                <a:cubicBezTo>
                  <a:pt x="14948" y="276"/>
                  <a:pt x="14950" y="297"/>
                  <a:pt x="14950" y="318"/>
                </a:cubicBezTo>
                <a:lnTo>
                  <a:pt x="14950" y="5557"/>
                </a:lnTo>
                <a:cubicBezTo>
                  <a:pt x="14950" y="5578"/>
                  <a:pt x="14948" y="5599"/>
                  <a:pt x="14944" y="5619"/>
                </a:cubicBezTo>
                <a:cubicBezTo>
                  <a:pt x="14940" y="5640"/>
                  <a:pt x="14934" y="5660"/>
                  <a:pt x="14926" y="5679"/>
                </a:cubicBezTo>
                <a:cubicBezTo>
                  <a:pt x="14918" y="5698"/>
                  <a:pt x="14908" y="5717"/>
                  <a:pt x="14896" y="5734"/>
                </a:cubicBezTo>
                <a:cubicBezTo>
                  <a:pt x="14885" y="5751"/>
                  <a:pt x="14872" y="5767"/>
                  <a:pt x="14857" y="5782"/>
                </a:cubicBezTo>
                <a:cubicBezTo>
                  <a:pt x="14842" y="5797"/>
                  <a:pt x="14826" y="5810"/>
                  <a:pt x="14809" y="5821"/>
                </a:cubicBezTo>
                <a:cubicBezTo>
                  <a:pt x="14792" y="5833"/>
                  <a:pt x="14773" y="5843"/>
                  <a:pt x="14754" y="5851"/>
                </a:cubicBezTo>
                <a:cubicBezTo>
                  <a:pt x="14735" y="5859"/>
                  <a:pt x="14715" y="5865"/>
                  <a:pt x="14694" y="5869"/>
                </a:cubicBezTo>
                <a:cubicBezTo>
                  <a:pt x="14674" y="5873"/>
                  <a:pt x="14653" y="5875"/>
                  <a:pt x="14632" y="5875"/>
                </a:cubicBezTo>
                <a:lnTo>
                  <a:pt x="317" y="5875"/>
                </a:lnTo>
                <a:cubicBezTo>
                  <a:pt x="297" y="5875"/>
                  <a:pt x="276" y="5873"/>
                  <a:pt x="256" y="5869"/>
                </a:cubicBezTo>
                <a:cubicBezTo>
                  <a:pt x="235" y="5865"/>
                  <a:pt x="215" y="5859"/>
                  <a:pt x="196" y="5851"/>
                </a:cubicBezTo>
                <a:cubicBezTo>
                  <a:pt x="177" y="5843"/>
                  <a:pt x="158" y="5833"/>
                  <a:pt x="141" y="5821"/>
                </a:cubicBezTo>
                <a:cubicBezTo>
                  <a:pt x="124" y="5810"/>
                  <a:pt x="108" y="5797"/>
                  <a:pt x="93" y="5782"/>
                </a:cubicBezTo>
                <a:cubicBezTo>
                  <a:pt x="78" y="5767"/>
                  <a:pt x="65" y="5751"/>
                  <a:pt x="54" y="5734"/>
                </a:cubicBezTo>
                <a:cubicBezTo>
                  <a:pt x="42" y="5717"/>
                  <a:pt x="32" y="5698"/>
                  <a:pt x="24" y="5679"/>
                </a:cubicBezTo>
                <a:cubicBezTo>
                  <a:pt x="16" y="5660"/>
                  <a:pt x="10" y="5640"/>
                  <a:pt x="6" y="5619"/>
                </a:cubicBezTo>
                <a:cubicBezTo>
                  <a:pt x="2" y="5599"/>
                  <a:pt x="0" y="5578"/>
                  <a:pt x="0" y="55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任意多边形: 形状 98"/>
          <p:cNvSpPr/>
          <p:nvPr/>
        </p:nvSpPr>
        <p:spPr>
          <a:xfrm>
            <a:off x="857160" y="4228920"/>
            <a:ext cx="571680" cy="571680"/>
          </a:xfrm>
          <a:custGeom>
            <a:avLst/>
            <a:gdLst/>
            <a:ahLst/>
            <a:cxnLst/>
            <a:rect l="0" t="0" r="r" b="b"/>
            <a:pathLst>
              <a:path w="1588" h="1588">
                <a:moveTo>
                  <a:pt x="1588" y="795"/>
                </a:moveTo>
                <a:cubicBezTo>
                  <a:pt x="1588" y="821"/>
                  <a:pt x="1586" y="847"/>
                  <a:pt x="1583" y="873"/>
                </a:cubicBezTo>
                <a:cubicBezTo>
                  <a:pt x="1581" y="898"/>
                  <a:pt x="1577" y="924"/>
                  <a:pt x="1572" y="950"/>
                </a:cubicBezTo>
                <a:cubicBezTo>
                  <a:pt x="1567" y="975"/>
                  <a:pt x="1561" y="1000"/>
                  <a:pt x="1553" y="1025"/>
                </a:cubicBezTo>
                <a:cubicBezTo>
                  <a:pt x="1546" y="1050"/>
                  <a:pt x="1537" y="1074"/>
                  <a:pt x="1527" y="1099"/>
                </a:cubicBezTo>
                <a:cubicBezTo>
                  <a:pt x="1517" y="1123"/>
                  <a:pt x="1506" y="1146"/>
                  <a:pt x="1494" y="1169"/>
                </a:cubicBezTo>
                <a:cubicBezTo>
                  <a:pt x="1481" y="1192"/>
                  <a:pt x="1468" y="1214"/>
                  <a:pt x="1453" y="1236"/>
                </a:cubicBezTo>
                <a:cubicBezTo>
                  <a:pt x="1439" y="1257"/>
                  <a:pt x="1424" y="1278"/>
                  <a:pt x="1407" y="1298"/>
                </a:cubicBezTo>
                <a:cubicBezTo>
                  <a:pt x="1391" y="1318"/>
                  <a:pt x="1373" y="1338"/>
                  <a:pt x="1355" y="1356"/>
                </a:cubicBezTo>
                <a:cubicBezTo>
                  <a:pt x="1336" y="1374"/>
                  <a:pt x="1317" y="1392"/>
                  <a:pt x="1297" y="1408"/>
                </a:cubicBezTo>
                <a:cubicBezTo>
                  <a:pt x="1277" y="1425"/>
                  <a:pt x="1256" y="1440"/>
                  <a:pt x="1234" y="1455"/>
                </a:cubicBezTo>
                <a:cubicBezTo>
                  <a:pt x="1213" y="1469"/>
                  <a:pt x="1191" y="1483"/>
                  <a:pt x="1168" y="1495"/>
                </a:cubicBezTo>
                <a:cubicBezTo>
                  <a:pt x="1145" y="1507"/>
                  <a:pt x="1121" y="1518"/>
                  <a:pt x="1097" y="1528"/>
                </a:cubicBezTo>
                <a:cubicBezTo>
                  <a:pt x="1073" y="1538"/>
                  <a:pt x="1049" y="1547"/>
                  <a:pt x="1024" y="1554"/>
                </a:cubicBezTo>
                <a:cubicBezTo>
                  <a:pt x="999" y="1562"/>
                  <a:pt x="974" y="1568"/>
                  <a:pt x="948" y="1573"/>
                </a:cubicBezTo>
                <a:cubicBezTo>
                  <a:pt x="923" y="1578"/>
                  <a:pt x="897" y="1582"/>
                  <a:pt x="871" y="1585"/>
                </a:cubicBezTo>
                <a:cubicBezTo>
                  <a:pt x="845" y="1587"/>
                  <a:pt x="819" y="1588"/>
                  <a:pt x="793" y="1588"/>
                </a:cubicBezTo>
                <a:cubicBezTo>
                  <a:pt x="768" y="1588"/>
                  <a:pt x="742" y="1587"/>
                  <a:pt x="716" y="1585"/>
                </a:cubicBezTo>
                <a:cubicBezTo>
                  <a:pt x="690" y="1582"/>
                  <a:pt x="664" y="1578"/>
                  <a:pt x="639" y="1573"/>
                </a:cubicBezTo>
                <a:cubicBezTo>
                  <a:pt x="613" y="1568"/>
                  <a:pt x="588" y="1562"/>
                  <a:pt x="563" y="1554"/>
                </a:cubicBezTo>
                <a:cubicBezTo>
                  <a:pt x="538" y="1547"/>
                  <a:pt x="514" y="1538"/>
                  <a:pt x="490" y="1528"/>
                </a:cubicBezTo>
                <a:cubicBezTo>
                  <a:pt x="466" y="1518"/>
                  <a:pt x="442" y="1507"/>
                  <a:pt x="419" y="1495"/>
                </a:cubicBezTo>
                <a:cubicBezTo>
                  <a:pt x="396" y="1483"/>
                  <a:pt x="374" y="1469"/>
                  <a:pt x="353" y="1455"/>
                </a:cubicBezTo>
                <a:cubicBezTo>
                  <a:pt x="331" y="1440"/>
                  <a:pt x="310" y="1425"/>
                  <a:pt x="290" y="1408"/>
                </a:cubicBezTo>
                <a:cubicBezTo>
                  <a:pt x="270" y="1392"/>
                  <a:pt x="251" y="1374"/>
                  <a:pt x="232" y="1356"/>
                </a:cubicBezTo>
                <a:cubicBezTo>
                  <a:pt x="214" y="1338"/>
                  <a:pt x="196" y="1318"/>
                  <a:pt x="180" y="1298"/>
                </a:cubicBezTo>
                <a:cubicBezTo>
                  <a:pt x="163" y="1278"/>
                  <a:pt x="148" y="1257"/>
                  <a:pt x="134" y="1236"/>
                </a:cubicBezTo>
                <a:cubicBezTo>
                  <a:pt x="119" y="1214"/>
                  <a:pt x="106" y="1192"/>
                  <a:pt x="93" y="1169"/>
                </a:cubicBezTo>
                <a:cubicBezTo>
                  <a:pt x="81" y="1146"/>
                  <a:pt x="70" y="1123"/>
                  <a:pt x="60" y="1099"/>
                </a:cubicBezTo>
                <a:cubicBezTo>
                  <a:pt x="50" y="1074"/>
                  <a:pt x="41" y="1050"/>
                  <a:pt x="34" y="1025"/>
                </a:cubicBezTo>
                <a:cubicBezTo>
                  <a:pt x="26" y="1000"/>
                  <a:pt x="20" y="975"/>
                  <a:pt x="15" y="950"/>
                </a:cubicBezTo>
                <a:cubicBezTo>
                  <a:pt x="10" y="924"/>
                  <a:pt x="6" y="898"/>
                  <a:pt x="4" y="873"/>
                </a:cubicBezTo>
                <a:cubicBezTo>
                  <a:pt x="1" y="847"/>
                  <a:pt x="0" y="821"/>
                  <a:pt x="0" y="795"/>
                </a:cubicBezTo>
                <a:cubicBezTo>
                  <a:pt x="0" y="769"/>
                  <a:pt x="1" y="743"/>
                  <a:pt x="4" y="717"/>
                </a:cubicBezTo>
                <a:cubicBezTo>
                  <a:pt x="6" y="691"/>
                  <a:pt x="10" y="665"/>
                  <a:pt x="15" y="640"/>
                </a:cubicBezTo>
                <a:cubicBezTo>
                  <a:pt x="20" y="614"/>
                  <a:pt x="26" y="589"/>
                  <a:pt x="34" y="564"/>
                </a:cubicBezTo>
                <a:cubicBezTo>
                  <a:pt x="41" y="539"/>
                  <a:pt x="50" y="515"/>
                  <a:pt x="60" y="491"/>
                </a:cubicBezTo>
                <a:cubicBezTo>
                  <a:pt x="70" y="467"/>
                  <a:pt x="81" y="444"/>
                  <a:pt x="93" y="421"/>
                </a:cubicBezTo>
                <a:cubicBezTo>
                  <a:pt x="106" y="398"/>
                  <a:pt x="119" y="375"/>
                  <a:pt x="134" y="354"/>
                </a:cubicBezTo>
                <a:cubicBezTo>
                  <a:pt x="148" y="332"/>
                  <a:pt x="163" y="311"/>
                  <a:pt x="180" y="291"/>
                </a:cubicBezTo>
                <a:cubicBezTo>
                  <a:pt x="196" y="271"/>
                  <a:pt x="214" y="252"/>
                  <a:pt x="232" y="233"/>
                </a:cubicBezTo>
                <a:cubicBezTo>
                  <a:pt x="251" y="215"/>
                  <a:pt x="270" y="198"/>
                  <a:pt x="290" y="181"/>
                </a:cubicBezTo>
                <a:cubicBezTo>
                  <a:pt x="310" y="165"/>
                  <a:pt x="331" y="148"/>
                  <a:pt x="353" y="134"/>
                </a:cubicBezTo>
                <a:cubicBezTo>
                  <a:pt x="374" y="119"/>
                  <a:pt x="396" y="106"/>
                  <a:pt x="419" y="94"/>
                </a:cubicBezTo>
                <a:cubicBezTo>
                  <a:pt x="442" y="81"/>
                  <a:pt x="466" y="70"/>
                  <a:pt x="490" y="60"/>
                </a:cubicBezTo>
                <a:cubicBezTo>
                  <a:pt x="514" y="50"/>
                  <a:pt x="538" y="42"/>
                  <a:pt x="563" y="34"/>
                </a:cubicBezTo>
                <a:cubicBezTo>
                  <a:pt x="588" y="27"/>
                  <a:pt x="613" y="20"/>
                  <a:pt x="639" y="15"/>
                </a:cubicBezTo>
                <a:cubicBezTo>
                  <a:pt x="664" y="10"/>
                  <a:pt x="690" y="6"/>
                  <a:pt x="716" y="4"/>
                </a:cubicBezTo>
                <a:cubicBezTo>
                  <a:pt x="742" y="1"/>
                  <a:pt x="768" y="0"/>
                  <a:pt x="793" y="0"/>
                </a:cubicBezTo>
                <a:cubicBezTo>
                  <a:pt x="819" y="0"/>
                  <a:pt x="845" y="1"/>
                  <a:pt x="871" y="4"/>
                </a:cubicBezTo>
                <a:cubicBezTo>
                  <a:pt x="897" y="6"/>
                  <a:pt x="923" y="10"/>
                  <a:pt x="948" y="15"/>
                </a:cubicBezTo>
                <a:cubicBezTo>
                  <a:pt x="974" y="20"/>
                  <a:pt x="999" y="27"/>
                  <a:pt x="1024" y="34"/>
                </a:cubicBezTo>
                <a:cubicBezTo>
                  <a:pt x="1049" y="42"/>
                  <a:pt x="1073" y="50"/>
                  <a:pt x="1097" y="60"/>
                </a:cubicBezTo>
                <a:cubicBezTo>
                  <a:pt x="1121" y="70"/>
                  <a:pt x="1145" y="81"/>
                  <a:pt x="1168" y="94"/>
                </a:cubicBezTo>
                <a:cubicBezTo>
                  <a:pt x="1191" y="106"/>
                  <a:pt x="1213" y="119"/>
                  <a:pt x="1234" y="134"/>
                </a:cubicBezTo>
                <a:cubicBezTo>
                  <a:pt x="1256" y="148"/>
                  <a:pt x="1277" y="165"/>
                  <a:pt x="1297" y="181"/>
                </a:cubicBezTo>
                <a:cubicBezTo>
                  <a:pt x="1317" y="198"/>
                  <a:pt x="1336" y="215"/>
                  <a:pt x="1355" y="233"/>
                </a:cubicBezTo>
                <a:cubicBezTo>
                  <a:pt x="1373" y="252"/>
                  <a:pt x="1391" y="271"/>
                  <a:pt x="1407" y="291"/>
                </a:cubicBezTo>
                <a:cubicBezTo>
                  <a:pt x="1424" y="311"/>
                  <a:pt x="1439" y="332"/>
                  <a:pt x="1453" y="354"/>
                </a:cubicBezTo>
                <a:cubicBezTo>
                  <a:pt x="1468" y="375"/>
                  <a:pt x="1481" y="398"/>
                  <a:pt x="1494" y="421"/>
                </a:cubicBezTo>
                <a:cubicBezTo>
                  <a:pt x="1506" y="444"/>
                  <a:pt x="1517" y="467"/>
                  <a:pt x="1527" y="491"/>
                </a:cubicBezTo>
                <a:cubicBezTo>
                  <a:pt x="1537" y="515"/>
                  <a:pt x="1546" y="539"/>
                  <a:pt x="1553" y="564"/>
                </a:cubicBezTo>
                <a:cubicBezTo>
                  <a:pt x="1561" y="589"/>
                  <a:pt x="1567" y="614"/>
                  <a:pt x="1572" y="640"/>
                </a:cubicBezTo>
                <a:cubicBezTo>
                  <a:pt x="1577" y="665"/>
                  <a:pt x="1581" y="691"/>
                  <a:pt x="1583" y="717"/>
                </a:cubicBezTo>
                <a:cubicBezTo>
                  <a:pt x="1586" y="743"/>
                  <a:pt x="1588" y="769"/>
                  <a:pt x="1588" y="795"/>
                </a:cubicBezTo>
                <a:close/>
              </a:path>
            </a:pathLst>
          </a:custGeom>
          <a:solidFill>
            <a:srgbClr val="F0F5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7334280" y="2613960"/>
            <a:ext cx="1944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随时随地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移动访问</a:t>
            </a:r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，打破时间空间限制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976680" y="4353120"/>
            <a:ext cx="2664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💬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1666800" y="4484880"/>
            <a:ext cx="4478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互动性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任意多边形: 形状 102"/>
          <p:cNvSpPr/>
          <p:nvPr/>
        </p:nvSpPr>
        <p:spPr>
          <a:xfrm>
            <a:off x="6238800" y="3943080"/>
            <a:ext cx="5382000" cy="2115000"/>
          </a:xfrm>
          <a:custGeom>
            <a:avLst/>
            <a:gdLst/>
            <a:ahLst/>
            <a:cxnLst/>
            <a:rect l="0" t="0" r="r" b="b"/>
            <a:pathLst>
              <a:path w="14950" h="5875">
                <a:moveTo>
                  <a:pt x="0" y="5557"/>
                </a:moveTo>
                <a:lnTo>
                  <a:pt x="0" y="318"/>
                </a:lnTo>
                <a:cubicBezTo>
                  <a:pt x="0" y="297"/>
                  <a:pt x="2" y="276"/>
                  <a:pt x="6" y="256"/>
                </a:cubicBezTo>
                <a:cubicBezTo>
                  <a:pt x="10" y="235"/>
                  <a:pt x="16" y="216"/>
                  <a:pt x="24" y="196"/>
                </a:cubicBezTo>
                <a:cubicBezTo>
                  <a:pt x="32" y="177"/>
                  <a:pt x="42" y="159"/>
                  <a:pt x="53" y="141"/>
                </a:cubicBezTo>
                <a:cubicBezTo>
                  <a:pt x="65" y="124"/>
                  <a:pt x="78" y="108"/>
                  <a:pt x="93" y="93"/>
                </a:cubicBezTo>
                <a:cubicBezTo>
                  <a:pt x="107" y="79"/>
                  <a:pt x="123" y="65"/>
                  <a:pt x="141" y="54"/>
                </a:cubicBezTo>
                <a:cubicBezTo>
                  <a:pt x="158" y="42"/>
                  <a:pt x="176" y="32"/>
                  <a:pt x="196" y="24"/>
                </a:cubicBezTo>
                <a:cubicBezTo>
                  <a:pt x="215" y="16"/>
                  <a:pt x="235" y="10"/>
                  <a:pt x="255" y="6"/>
                </a:cubicBezTo>
                <a:cubicBezTo>
                  <a:pt x="276" y="2"/>
                  <a:pt x="296" y="0"/>
                  <a:pt x="317" y="0"/>
                </a:cubicBezTo>
                <a:lnTo>
                  <a:pt x="14632" y="0"/>
                </a:lnTo>
                <a:cubicBezTo>
                  <a:pt x="14653" y="0"/>
                  <a:pt x="14674" y="2"/>
                  <a:pt x="14694" y="6"/>
                </a:cubicBezTo>
                <a:cubicBezTo>
                  <a:pt x="14715" y="10"/>
                  <a:pt x="14734" y="16"/>
                  <a:pt x="14754" y="24"/>
                </a:cubicBezTo>
                <a:cubicBezTo>
                  <a:pt x="14773" y="32"/>
                  <a:pt x="14791" y="42"/>
                  <a:pt x="14809" y="54"/>
                </a:cubicBezTo>
                <a:cubicBezTo>
                  <a:pt x="14826" y="65"/>
                  <a:pt x="14842" y="79"/>
                  <a:pt x="14857" y="93"/>
                </a:cubicBezTo>
                <a:cubicBezTo>
                  <a:pt x="14871" y="108"/>
                  <a:pt x="14885" y="124"/>
                  <a:pt x="14896" y="141"/>
                </a:cubicBezTo>
                <a:cubicBezTo>
                  <a:pt x="14908" y="159"/>
                  <a:pt x="14918" y="177"/>
                  <a:pt x="14925" y="196"/>
                </a:cubicBezTo>
                <a:cubicBezTo>
                  <a:pt x="14933" y="216"/>
                  <a:pt x="14939" y="235"/>
                  <a:pt x="14944" y="256"/>
                </a:cubicBezTo>
                <a:cubicBezTo>
                  <a:pt x="14948" y="276"/>
                  <a:pt x="14950" y="297"/>
                  <a:pt x="14950" y="318"/>
                </a:cubicBezTo>
                <a:lnTo>
                  <a:pt x="14950" y="5557"/>
                </a:lnTo>
                <a:cubicBezTo>
                  <a:pt x="14950" y="5578"/>
                  <a:pt x="14948" y="5599"/>
                  <a:pt x="14944" y="5619"/>
                </a:cubicBezTo>
                <a:cubicBezTo>
                  <a:pt x="14939" y="5640"/>
                  <a:pt x="14933" y="5660"/>
                  <a:pt x="14925" y="5679"/>
                </a:cubicBezTo>
                <a:cubicBezTo>
                  <a:pt x="14918" y="5698"/>
                  <a:pt x="14908" y="5717"/>
                  <a:pt x="14896" y="5734"/>
                </a:cubicBezTo>
                <a:cubicBezTo>
                  <a:pt x="14885" y="5751"/>
                  <a:pt x="14871" y="5767"/>
                  <a:pt x="14857" y="5782"/>
                </a:cubicBezTo>
                <a:cubicBezTo>
                  <a:pt x="14842" y="5797"/>
                  <a:pt x="14826" y="5810"/>
                  <a:pt x="14809" y="5821"/>
                </a:cubicBezTo>
                <a:cubicBezTo>
                  <a:pt x="14791" y="5833"/>
                  <a:pt x="14773" y="5843"/>
                  <a:pt x="14754" y="5851"/>
                </a:cubicBezTo>
                <a:cubicBezTo>
                  <a:pt x="14734" y="5859"/>
                  <a:pt x="14715" y="5865"/>
                  <a:pt x="14694" y="5869"/>
                </a:cubicBezTo>
                <a:cubicBezTo>
                  <a:pt x="14674" y="5873"/>
                  <a:pt x="14653" y="5875"/>
                  <a:pt x="14632" y="5875"/>
                </a:cubicBezTo>
                <a:lnTo>
                  <a:pt x="317" y="5875"/>
                </a:lnTo>
                <a:cubicBezTo>
                  <a:pt x="296" y="5875"/>
                  <a:pt x="276" y="5873"/>
                  <a:pt x="255" y="5869"/>
                </a:cubicBezTo>
                <a:cubicBezTo>
                  <a:pt x="235" y="5865"/>
                  <a:pt x="215" y="5859"/>
                  <a:pt x="196" y="5851"/>
                </a:cubicBezTo>
                <a:cubicBezTo>
                  <a:pt x="176" y="5843"/>
                  <a:pt x="158" y="5833"/>
                  <a:pt x="141" y="5821"/>
                </a:cubicBezTo>
                <a:cubicBezTo>
                  <a:pt x="123" y="5810"/>
                  <a:pt x="107" y="5797"/>
                  <a:pt x="93" y="5782"/>
                </a:cubicBezTo>
                <a:cubicBezTo>
                  <a:pt x="78" y="5767"/>
                  <a:pt x="65" y="5751"/>
                  <a:pt x="53" y="5734"/>
                </a:cubicBezTo>
                <a:cubicBezTo>
                  <a:pt x="42" y="5717"/>
                  <a:pt x="32" y="5698"/>
                  <a:pt x="24" y="5679"/>
                </a:cubicBezTo>
                <a:cubicBezTo>
                  <a:pt x="16" y="5660"/>
                  <a:pt x="10" y="5640"/>
                  <a:pt x="6" y="5619"/>
                </a:cubicBezTo>
                <a:cubicBezTo>
                  <a:pt x="2" y="5599"/>
                  <a:pt x="0" y="5578"/>
                  <a:pt x="0" y="555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任意多边形: 形状 103"/>
          <p:cNvSpPr/>
          <p:nvPr/>
        </p:nvSpPr>
        <p:spPr>
          <a:xfrm>
            <a:off x="6524280" y="4228920"/>
            <a:ext cx="572040" cy="571680"/>
          </a:xfrm>
          <a:custGeom>
            <a:avLst/>
            <a:gdLst/>
            <a:ahLst/>
            <a:cxnLst/>
            <a:rect l="0" t="0" r="r" b="b"/>
            <a:pathLst>
              <a:path w="1589" h="1588">
                <a:moveTo>
                  <a:pt x="1589" y="795"/>
                </a:moveTo>
                <a:cubicBezTo>
                  <a:pt x="1589" y="821"/>
                  <a:pt x="1588" y="847"/>
                  <a:pt x="1585" y="873"/>
                </a:cubicBezTo>
                <a:cubicBezTo>
                  <a:pt x="1583" y="898"/>
                  <a:pt x="1579" y="924"/>
                  <a:pt x="1574" y="950"/>
                </a:cubicBezTo>
                <a:cubicBezTo>
                  <a:pt x="1569" y="975"/>
                  <a:pt x="1562" y="1000"/>
                  <a:pt x="1555" y="1025"/>
                </a:cubicBezTo>
                <a:cubicBezTo>
                  <a:pt x="1547" y="1050"/>
                  <a:pt x="1538" y="1074"/>
                  <a:pt x="1529" y="1099"/>
                </a:cubicBezTo>
                <a:cubicBezTo>
                  <a:pt x="1519" y="1123"/>
                  <a:pt x="1507" y="1146"/>
                  <a:pt x="1495" y="1169"/>
                </a:cubicBezTo>
                <a:cubicBezTo>
                  <a:pt x="1483" y="1192"/>
                  <a:pt x="1470" y="1214"/>
                  <a:pt x="1455" y="1236"/>
                </a:cubicBezTo>
                <a:cubicBezTo>
                  <a:pt x="1441" y="1257"/>
                  <a:pt x="1425" y="1278"/>
                  <a:pt x="1409" y="1298"/>
                </a:cubicBezTo>
                <a:cubicBezTo>
                  <a:pt x="1392" y="1318"/>
                  <a:pt x="1375" y="1338"/>
                  <a:pt x="1356" y="1356"/>
                </a:cubicBezTo>
                <a:cubicBezTo>
                  <a:pt x="1338" y="1374"/>
                  <a:pt x="1319" y="1392"/>
                  <a:pt x="1299" y="1408"/>
                </a:cubicBezTo>
                <a:cubicBezTo>
                  <a:pt x="1279" y="1425"/>
                  <a:pt x="1258" y="1440"/>
                  <a:pt x="1236" y="1455"/>
                </a:cubicBezTo>
                <a:cubicBezTo>
                  <a:pt x="1215" y="1469"/>
                  <a:pt x="1192" y="1483"/>
                  <a:pt x="1169" y="1495"/>
                </a:cubicBezTo>
                <a:cubicBezTo>
                  <a:pt x="1146" y="1507"/>
                  <a:pt x="1123" y="1518"/>
                  <a:pt x="1099" y="1528"/>
                </a:cubicBezTo>
                <a:cubicBezTo>
                  <a:pt x="1075" y="1538"/>
                  <a:pt x="1050" y="1547"/>
                  <a:pt x="1026" y="1554"/>
                </a:cubicBezTo>
                <a:cubicBezTo>
                  <a:pt x="1001" y="1562"/>
                  <a:pt x="976" y="1568"/>
                  <a:pt x="950" y="1573"/>
                </a:cubicBezTo>
                <a:cubicBezTo>
                  <a:pt x="925" y="1578"/>
                  <a:pt x="899" y="1582"/>
                  <a:pt x="873" y="1585"/>
                </a:cubicBezTo>
                <a:cubicBezTo>
                  <a:pt x="847" y="1587"/>
                  <a:pt x="821" y="1588"/>
                  <a:pt x="795" y="1588"/>
                </a:cubicBezTo>
                <a:cubicBezTo>
                  <a:pt x="769" y="1588"/>
                  <a:pt x="743" y="1587"/>
                  <a:pt x="717" y="1585"/>
                </a:cubicBezTo>
                <a:cubicBezTo>
                  <a:pt x="692" y="1582"/>
                  <a:pt x="666" y="1578"/>
                  <a:pt x="640" y="1573"/>
                </a:cubicBezTo>
                <a:cubicBezTo>
                  <a:pt x="615" y="1568"/>
                  <a:pt x="590" y="1562"/>
                  <a:pt x="565" y="1554"/>
                </a:cubicBezTo>
                <a:cubicBezTo>
                  <a:pt x="540" y="1547"/>
                  <a:pt x="515" y="1538"/>
                  <a:pt x="491" y="1528"/>
                </a:cubicBezTo>
                <a:cubicBezTo>
                  <a:pt x="467" y="1518"/>
                  <a:pt x="444" y="1507"/>
                  <a:pt x="421" y="1495"/>
                </a:cubicBezTo>
                <a:cubicBezTo>
                  <a:pt x="398" y="1483"/>
                  <a:pt x="376" y="1469"/>
                  <a:pt x="354" y="1455"/>
                </a:cubicBezTo>
                <a:cubicBezTo>
                  <a:pt x="333" y="1440"/>
                  <a:pt x="312" y="1425"/>
                  <a:pt x="292" y="1408"/>
                </a:cubicBezTo>
                <a:cubicBezTo>
                  <a:pt x="272" y="1392"/>
                  <a:pt x="252" y="1374"/>
                  <a:pt x="234" y="1356"/>
                </a:cubicBezTo>
                <a:cubicBezTo>
                  <a:pt x="216" y="1338"/>
                  <a:pt x="198" y="1318"/>
                  <a:pt x="182" y="1298"/>
                </a:cubicBezTo>
                <a:cubicBezTo>
                  <a:pt x="165" y="1278"/>
                  <a:pt x="150" y="1257"/>
                  <a:pt x="135" y="1236"/>
                </a:cubicBezTo>
                <a:cubicBezTo>
                  <a:pt x="120" y="1214"/>
                  <a:pt x="106" y="1192"/>
                  <a:pt x="94" y="1169"/>
                </a:cubicBezTo>
                <a:cubicBezTo>
                  <a:pt x="82" y="1146"/>
                  <a:pt x="71" y="1123"/>
                  <a:pt x="61" y="1099"/>
                </a:cubicBezTo>
                <a:cubicBezTo>
                  <a:pt x="51" y="1074"/>
                  <a:pt x="42" y="1050"/>
                  <a:pt x="35" y="1025"/>
                </a:cubicBezTo>
                <a:cubicBezTo>
                  <a:pt x="27" y="1000"/>
                  <a:pt x="21" y="975"/>
                  <a:pt x="16" y="950"/>
                </a:cubicBezTo>
                <a:cubicBezTo>
                  <a:pt x="11" y="924"/>
                  <a:pt x="7" y="898"/>
                  <a:pt x="4" y="873"/>
                </a:cubicBezTo>
                <a:cubicBezTo>
                  <a:pt x="2" y="847"/>
                  <a:pt x="0" y="821"/>
                  <a:pt x="0" y="795"/>
                </a:cubicBezTo>
                <a:cubicBezTo>
                  <a:pt x="0" y="769"/>
                  <a:pt x="2" y="743"/>
                  <a:pt x="4" y="717"/>
                </a:cubicBezTo>
                <a:cubicBezTo>
                  <a:pt x="7" y="691"/>
                  <a:pt x="11" y="665"/>
                  <a:pt x="16" y="640"/>
                </a:cubicBezTo>
                <a:cubicBezTo>
                  <a:pt x="21" y="614"/>
                  <a:pt x="27" y="589"/>
                  <a:pt x="35" y="564"/>
                </a:cubicBezTo>
                <a:cubicBezTo>
                  <a:pt x="42" y="539"/>
                  <a:pt x="51" y="515"/>
                  <a:pt x="61" y="491"/>
                </a:cubicBezTo>
                <a:cubicBezTo>
                  <a:pt x="71" y="467"/>
                  <a:pt x="82" y="444"/>
                  <a:pt x="94" y="421"/>
                </a:cubicBezTo>
                <a:cubicBezTo>
                  <a:pt x="106" y="398"/>
                  <a:pt x="120" y="375"/>
                  <a:pt x="135" y="354"/>
                </a:cubicBezTo>
                <a:cubicBezTo>
                  <a:pt x="150" y="332"/>
                  <a:pt x="165" y="311"/>
                  <a:pt x="182" y="291"/>
                </a:cubicBezTo>
                <a:cubicBezTo>
                  <a:pt x="198" y="271"/>
                  <a:pt x="216" y="252"/>
                  <a:pt x="234" y="233"/>
                </a:cubicBezTo>
                <a:cubicBezTo>
                  <a:pt x="252" y="215"/>
                  <a:pt x="272" y="198"/>
                  <a:pt x="292" y="181"/>
                </a:cubicBezTo>
                <a:cubicBezTo>
                  <a:pt x="312" y="165"/>
                  <a:pt x="333" y="148"/>
                  <a:pt x="354" y="134"/>
                </a:cubicBezTo>
                <a:cubicBezTo>
                  <a:pt x="376" y="119"/>
                  <a:pt x="398" y="106"/>
                  <a:pt x="421" y="94"/>
                </a:cubicBezTo>
                <a:cubicBezTo>
                  <a:pt x="444" y="81"/>
                  <a:pt x="467" y="70"/>
                  <a:pt x="491" y="60"/>
                </a:cubicBezTo>
                <a:cubicBezTo>
                  <a:pt x="515" y="50"/>
                  <a:pt x="540" y="42"/>
                  <a:pt x="565" y="34"/>
                </a:cubicBezTo>
                <a:cubicBezTo>
                  <a:pt x="590" y="27"/>
                  <a:pt x="615" y="20"/>
                  <a:pt x="640" y="15"/>
                </a:cubicBezTo>
                <a:cubicBezTo>
                  <a:pt x="666" y="10"/>
                  <a:pt x="692" y="6"/>
                  <a:pt x="717" y="4"/>
                </a:cubicBezTo>
                <a:cubicBezTo>
                  <a:pt x="743" y="1"/>
                  <a:pt x="769" y="0"/>
                  <a:pt x="795" y="0"/>
                </a:cubicBezTo>
                <a:cubicBezTo>
                  <a:pt x="821" y="0"/>
                  <a:pt x="847" y="1"/>
                  <a:pt x="873" y="4"/>
                </a:cubicBezTo>
                <a:cubicBezTo>
                  <a:pt x="899" y="6"/>
                  <a:pt x="925" y="10"/>
                  <a:pt x="950" y="15"/>
                </a:cubicBezTo>
                <a:cubicBezTo>
                  <a:pt x="976" y="20"/>
                  <a:pt x="1001" y="27"/>
                  <a:pt x="1026" y="34"/>
                </a:cubicBezTo>
                <a:cubicBezTo>
                  <a:pt x="1050" y="42"/>
                  <a:pt x="1075" y="50"/>
                  <a:pt x="1099" y="60"/>
                </a:cubicBezTo>
                <a:cubicBezTo>
                  <a:pt x="1123" y="70"/>
                  <a:pt x="1146" y="81"/>
                  <a:pt x="1169" y="94"/>
                </a:cubicBezTo>
                <a:cubicBezTo>
                  <a:pt x="1192" y="106"/>
                  <a:pt x="1215" y="119"/>
                  <a:pt x="1236" y="134"/>
                </a:cubicBezTo>
                <a:cubicBezTo>
                  <a:pt x="1258" y="148"/>
                  <a:pt x="1279" y="165"/>
                  <a:pt x="1299" y="181"/>
                </a:cubicBezTo>
                <a:cubicBezTo>
                  <a:pt x="1319" y="198"/>
                  <a:pt x="1338" y="215"/>
                  <a:pt x="1356" y="233"/>
                </a:cubicBezTo>
                <a:cubicBezTo>
                  <a:pt x="1375" y="252"/>
                  <a:pt x="1392" y="271"/>
                  <a:pt x="1409" y="291"/>
                </a:cubicBezTo>
                <a:cubicBezTo>
                  <a:pt x="1425" y="311"/>
                  <a:pt x="1441" y="332"/>
                  <a:pt x="1455" y="354"/>
                </a:cubicBezTo>
                <a:cubicBezTo>
                  <a:pt x="1470" y="375"/>
                  <a:pt x="1483" y="398"/>
                  <a:pt x="1495" y="421"/>
                </a:cubicBezTo>
                <a:cubicBezTo>
                  <a:pt x="1507" y="444"/>
                  <a:pt x="1519" y="467"/>
                  <a:pt x="1529" y="491"/>
                </a:cubicBezTo>
                <a:cubicBezTo>
                  <a:pt x="1538" y="515"/>
                  <a:pt x="1547" y="539"/>
                  <a:pt x="1555" y="564"/>
                </a:cubicBezTo>
                <a:cubicBezTo>
                  <a:pt x="1562" y="589"/>
                  <a:pt x="1569" y="614"/>
                  <a:pt x="1574" y="640"/>
                </a:cubicBezTo>
                <a:cubicBezTo>
                  <a:pt x="1579" y="665"/>
                  <a:pt x="1583" y="691"/>
                  <a:pt x="1585" y="717"/>
                </a:cubicBezTo>
                <a:cubicBezTo>
                  <a:pt x="1588" y="743"/>
                  <a:pt x="1589" y="769"/>
                  <a:pt x="1589" y="795"/>
                </a:cubicBezTo>
                <a:close/>
              </a:path>
            </a:pathLst>
          </a:custGeom>
          <a:solidFill>
            <a:srgbClr val="F0F5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666800" y="5014440"/>
            <a:ext cx="16012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匿名倾诉</a:t>
            </a:r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与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助⼈需求</a:t>
            </a:r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的双向满⾜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6644160" y="4353120"/>
            <a:ext cx="2664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文本框 106"/>
          <p:cNvSpPr txBox="1"/>
          <p:nvPr/>
        </p:nvSpPr>
        <p:spPr>
          <a:xfrm>
            <a:off x="7334280" y="4484880"/>
            <a:ext cx="4478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即时性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8" name="图片 107"/>
          <p:cNvPicPr/>
          <p:nvPr/>
        </p:nvPicPr>
        <p:blipFill>
          <a:blip r:embed="rId2"/>
          <a:stretch/>
        </p:blipFill>
        <p:spPr>
          <a:xfrm>
            <a:off x="0" y="0"/>
            <a:ext cx="12191760" cy="115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文本框 108"/>
          <p:cNvSpPr txBox="1"/>
          <p:nvPr/>
        </p:nvSpPr>
        <p:spPr>
          <a:xfrm>
            <a:off x="7334280" y="5014440"/>
            <a:ext cx="2172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情绪⽀持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快速响应</a:t>
            </a:r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机制，及时缓解⼼理压⼒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文本框 110"/>
          <p:cNvSpPr txBox="1"/>
          <p:nvPr/>
        </p:nvSpPr>
        <p:spPr>
          <a:xfrm>
            <a:off x="571320" y="381240"/>
            <a:ext cx="143856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⽤⼾需求分析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6076800" y="6293160"/>
            <a:ext cx="96180" cy="20774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 dirty="0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  </a:t>
            </a:r>
            <a:endParaRPr lang="en-US" sz="135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任意多边形: 形状 11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7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任意多边形: 形状 11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18839"/>
                </a:moveTo>
                <a:lnTo>
                  <a:pt x="0" y="211"/>
                </a:lnTo>
                <a:cubicBezTo>
                  <a:pt x="0" y="197"/>
                  <a:pt x="1" y="184"/>
                  <a:pt x="4" y="170"/>
                </a:cubicBezTo>
                <a:cubicBezTo>
                  <a:pt x="6" y="156"/>
                  <a:pt x="10" y="143"/>
                  <a:pt x="16" y="130"/>
                </a:cubicBezTo>
                <a:cubicBezTo>
                  <a:pt x="21" y="117"/>
                  <a:pt x="27" y="105"/>
                  <a:pt x="35" y="94"/>
                </a:cubicBezTo>
                <a:cubicBezTo>
                  <a:pt x="43" y="82"/>
                  <a:pt x="52" y="71"/>
                  <a:pt x="61" y="61"/>
                </a:cubicBezTo>
                <a:cubicBezTo>
                  <a:pt x="71" y="52"/>
                  <a:pt x="82" y="43"/>
                  <a:pt x="94" y="35"/>
                </a:cubicBezTo>
                <a:cubicBezTo>
                  <a:pt x="105" y="27"/>
                  <a:pt x="117" y="21"/>
                  <a:pt x="130" y="16"/>
                </a:cubicBezTo>
                <a:cubicBezTo>
                  <a:pt x="143" y="10"/>
                  <a:pt x="156" y="6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33655" y="0"/>
                </a:lnTo>
                <a:cubicBezTo>
                  <a:pt x="33669" y="0"/>
                  <a:pt x="33683" y="1"/>
                  <a:pt x="33697" y="4"/>
                </a:cubicBezTo>
                <a:cubicBezTo>
                  <a:pt x="33710" y="6"/>
                  <a:pt x="33724" y="10"/>
                  <a:pt x="33736" y="16"/>
                </a:cubicBezTo>
                <a:cubicBezTo>
                  <a:pt x="33749" y="21"/>
                  <a:pt x="33762" y="27"/>
                  <a:pt x="33773" y="35"/>
                </a:cubicBezTo>
                <a:cubicBezTo>
                  <a:pt x="33785" y="43"/>
                  <a:pt x="33795" y="52"/>
                  <a:pt x="33805" y="61"/>
                </a:cubicBezTo>
                <a:cubicBezTo>
                  <a:pt x="33815" y="71"/>
                  <a:pt x="33824" y="82"/>
                  <a:pt x="33831" y="94"/>
                </a:cubicBezTo>
                <a:cubicBezTo>
                  <a:pt x="33839" y="105"/>
                  <a:pt x="33846" y="117"/>
                  <a:pt x="33851" y="130"/>
                </a:cubicBezTo>
                <a:cubicBezTo>
                  <a:pt x="33856" y="143"/>
                  <a:pt x="33860" y="156"/>
                  <a:pt x="33863" y="170"/>
                </a:cubicBezTo>
                <a:cubicBezTo>
                  <a:pt x="33866" y="183"/>
                  <a:pt x="33867" y="197"/>
                  <a:pt x="33867" y="211"/>
                </a:cubicBezTo>
                <a:lnTo>
                  <a:pt x="33867" y="18839"/>
                </a:lnTo>
                <a:cubicBezTo>
                  <a:pt x="33867" y="18853"/>
                  <a:pt x="33866" y="18867"/>
                  <a:pt x="33863" y="18880"/>
                </a:cubicBezTo>
                <a:cubicBezTo>
                  <a:pt x="33860" y="18894"/>
                  <a:pt x="33856" y="18907"/>
                  <a:pt x="33851" y="18920"/>
                </a:cubicBezTo>
                <a:cubicBezTo>
                  <a:pt x="33846" y="18933"/>
                  <a:pt x="33839" y="18945"/>
                  <a:pt x="33831" y="18956"/>
                </a:cubicBezTo>
                <a:cubicBezTo>
                  <a:pt x="33824" y="18968"/>
                  <a:pt x="33815" y="18979"/>
                  <a:pt x="33805" y="18989"/>
                </a:cubicBezTo>
                <a:cubicBezTo>
                  <a:pt x="33795" y="18998"/>
                  <a:pt x="33785" y="19007"/>
                  <a:pt x="33773" y="19015"/>
                </a:cubicBezTo>
                <a:cubicBezTo>
                  <a:pt x="33762" y="19023"/>
                  <a:pt x="33749" y="19029"/>
                  <a:pt x="33736" y="19034"/>
                </a:cubicBezTo>
                <a:cubicBezTo>
                  <a:pt x="33724" y="19040"/>
                  <a:pt x="33710" y="19044"/>
                  <a:pt x="33697" y="19046"/>
                </a:cubicBezTo>
                <a:cubicBezTo>
                  <a:pt x="33683" y="19049"/>
                  <a:pt x="33669" y="19050"/>
                  <a:pt x="33656" y="19050"/>
                </a:cubicBezTo>
                <a:lnTo>
                  <a:pt x="211" y="19050"/>
                </a:lnTo>
                <a:cubicBezTo>
                  <a:pt x="197" y="19050"/>
                  <a:pt x="183" y="19049"/>
                  <a:pt x="170" y="19046"/>
                </a:cubicBezTo>
                <a:cubicBezTo>
                  <a:pt x="156" y="19044"/>
                  <a:pt x="143" y="19040"/>
                  <a:pt x="130" y="19034"/>
                </a:cubicBezTo>
                <a:cubicBezTo>
                  <a:pt x="117" y="19029"/>
                  <a:pt x="105" y="19023"/>
                  <a:pt x="94" y="19015"/>
                </a:cubicBezTo>
                <a:cubicBezTo>
                  <a:pt x="82" y="19007"/>
                  <a:pt x="71" y="18998"/>
                  <a:pt x="61" y="18989"/>
                </a:cubicBezTo>
                <a:cubicBezTo>
                  <a:pt x="52" y="18979"/>
                  <a:pt x="43" y="18968"/>
                  <a:pt x="35" y="18956"/>
                </a:cubicBezTo>
                <a:cubicBezTo>
                  <a:pt x="27" y="18945"/>
                  <a:pt x="21" y="18933"/>
                  <a:pt x="16" y="18920"/>
                </a:cubicBezTo>
                <a:cubicBezTo>
                  <a:pt x="10" y="18907"/>
                  <a:pt x="6" y="18894"/>
                  <a:pt x="4" y="18880"/>
                </a:cubicBezTo>
                <a:cubicBezTo>
                  <a:pt x="1" y="18866"/>
                  <a:pt x="0" y="18853"/>
                  <a:pt x="0" y="188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任意多边形: 形状 117"/>
          <p:cNvSpPr/>
          <p:nvPr/>
        </p:nvSpPr>
        <p:spPr>
          <a:xfrm>
            <a:off x="571320" y="1552320"/>
            <a:ext cx="3495960" cy="3734280"/>
          </a:xfrm>
          <a:custGeom>
            <a:avLst/>
            <a:gdLst/>
            <a:ahLst/>
            <a:cxnLst/>
            <a:rect l="0" t="0" r="r" b="b"/>
            <a:pathLst>
              <a:path w="9711" h="10373">
                <a:moveTo>
                  <a:pt x="0" y="10055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80"/>
                  <a:pt x="24" y="164"/>
                </a:cubicBezTo>
                <a:cubicBezTo>
                  <a:pt x="32" y="147"/>
                  <a:pt x="42" y="132"/>
                  <a:pt x="54" y="118"/>
                </a:cubicBezTo>
                <a:cubicBezTo>
                  <a:pt x="65" y="103"/>
                  <a:pt x="78" y="90"/>
                  <a:pt x="93" y="78"/>
                </a:cubicBezTo>
                <a:cubicBezTo>
                  <a:pt x="108" y="65"/>
                  <a:pt x="124" y="54"/>
                  <a:pt x="141" y="45"/>
                </a:cubicBezTo>
                <a:cubicBezTo>
                  <a:pt x="158" y="35"/>
                  <a:pt x="177" y="27"/>
                  <a:pt x="196" y="20"/>
                </a:cubicBezTo>
                <a:cubicBezTo>
                  <a:pt x="215" y="14"/>
                  <a:pt x="235" y="9"/>
                  <a:pt x="256" y="5"/>
                </a:cubicBezTo>
                <a:cubicBezTo>
                  <a:pt x="276" y="2"/>
                  <a:pt x="297" y="0"/>
                  <a:pt x="317" y="0"/>
                </a:cubicBezTo>
                <a:lnTo>
                  <a:pt x="9394" y="0"/>
                </a:lnTo>
                <a:cubicBezTo>
                  <a:pt x="9415" y="0"/>
                  <a:pt x="9435" y="2"/>
                  <a:pt x="9456" y="5"/>
                </a:cubicBezTo>
                <a:cubicBezTo>
                  <a:pt x="9476" y="9"/>
                  <a:pt x="9496" y="14"/>
                  <a:pt x="9515" y="20"/>
                </a:cubicBezTo>
                <a:cubicBezTo>
                  <a:pt x="9534" y="27"/>
                  <a:pt x="9553" y="35"/>
                  <a:pt x="9570" y="45"/>
                </a:cubicBezTo>
                <a:cubicBezTo>
                  <a:pt x="9587" y="54"/>
                  <a:pt x="9603" y="65"/>
                  <a:pt x="9618" y="78"/>
                </a:cubicBezTo>
                <a:cubicBezTo>
                  <a:pt x="9633" y="90"/>
                  <a:pt x="9646" y="103"/>
                  <a:pt x="9658" y="118"/>
                </a:cubicBezTo>
                <a:cubicBezTo>
                  <a:pt x="9669" y="132"/>
                  <a:pt x="9679" y="147"/>
                  <a:pt x="9687" y="164"/>
                </a:cubicBezTo>
                <a:cubicBezTo>
                  <a:pt x="9695" y="180"/>
                  <a:pt x="9701" y="196"/>
                  <a:pt x="9705" y="213"/>
                </a:cubicBezTo>
                <a:cubicBezTo>
                  <a:pt x="9709" y="230"/>
                  <a:pt x="9711" y="247"/>
                  <a:pt x="9711" y="265"/>
                </a:cubicBezTo>
                <a:lnTo>
                  <a:pt x="9711" y="10055"/>
                </a:lnTo>
                <a:cubicBezTo>
                  <a:pt x="9711" y="10076"/>
                  <a:pt x="9709" y="10097"/>
                  <a:pt x="9705" y="10117"/>
                </a:cubicBezTo>
                <a:cubicBezTo>
                  <a:pt x="9701" y="10138"/>
                  <a:pt x="9695" y="10158"/>
                  <a:pt x="9687" y="10177"/>
                </a:cubicBezTo>
                <a:cubicBezTo>
                  <a:pt x="9679" y="10196"/>
                  <a:pt x="9669" y="10214"/>
                  <a:pt x="9658" y="10232"/>
                </a:cubicBezTo>
                <a:cubicBezTo>
                  <a:pt x="9646" y="10249"/>
                  <a:pt x="9633" y="10265"/>
                  <a:pt x="9618" y="10280"/>
                </a:cubicBezTo>
                <a:cubicBezTo>
                  <a:pt x="9603" y="10295"/>
                  <a:pt x="9587" y="10308"/>
                  <a:pt x="9570" y="10319"/>
                </a:cubicBezTo>
                <a:cubicBezTo>
                  <a:pt x="9553" y="10331"/>
                  <a:pt x="9534" y="10341"/>
                  <a:pt x="9515" y="10349"/>
                </a:cubicBezTo>
                <a:cubicBezTo>
                  <a:pt x="9496" y="10357"/>
                  <a:pt x="9476" y="10363"/>
                  <a:pt x="9456" y="10367"/>
                </a:cubicBezTo>
                <a:cubicBezTo>
                  <a:pt x="9435" y="10371"/>
                  <a:pt x="9415" y="10373"/>
                  <a:pt x="9394" y="10373"/>
                </a:cubicBezTo>
                <a:lnTo>
                  <a:pt x="317" y="10373"/>
                </a:lnTo>
                <a:cubicBezTo>
                  <a:pt x="297" y="10373"/>
                  <a:pt x="276" y="10371"/>
                  <a:pt x="256" y="10367"/>
                </a:cubicBezTo>
                <a:cubicBezTo>
                  <a:pt x="235" y="10363"/>
                  <a:pt x="215" y="10357"/>
                  <a:pt x="196" y="10349"/>
                </a:cubicBezTo>
                <a:cubicBezTo>
                  <a:pt x="177" y="10341"/>
                  <a:pt x="158" y="10331"/>
                  <a:pt x="141" y="10319"/>
                </a:cubicBezTo>
                <a:cubicBezTo>
                  <a:pt x="124" y="10308"/>
                  <a:pt x="108" y="10295"/>
                  <a:pt x="93" y="10280"/>
                </a:cubicBezTo>
                <a:cubicBezTo>
                  <a:pt x="78" y="10265"/>
                  <a:pt x="65" y="10249"/>
                  <a:pt x="54" y="10232"/>
                </a:cubicBezTo>
                <a:cubicBezTo>
                  <a:pt x="42" y="10214"/>
                  <a:pt x="32" y="10196"/>
                  <a:pt x="24" y="10177"/>
                </a:cubicBezTo>
                <a:cubicBezTo>
                  <a:pt x="16" y="10158"/>
                  <a:pt x="10" y="10138"/>
                  <a:pt x="6" y="10117"/>
                </a:cubicBezTo>
                <a:cubicBezTo>
                  <a:pt x="2" y="10097"/>
                  <a:pt x="0" y="10076"/>
                  <a:pt x="0" y="10055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任意多边形: 形状 118"/>
          <p:cNvSpPr/>
          <p:nvPr/>
        </p:nvSpPr>
        <p:spPr>
          <a:xfrm>
            <a:off x="571320" y="1533240"/>
            <a:ext cx="3495960" cy="114840"/>
          </a:xfrm>
          <a:custGeom>
            <a:avLst/>
            <a:gdLst/>
            <a:ahLst/>
            <a:cxnLst/>
            <a:rect l="0" t="0" r="r" b="b"/>
            <a:pathLst>
              <a:path w="9711" h="319">
                <a:moveTo>
                  <a:pt x="0" y="0"/>
                </a:moveTo>
                <a:lnTo>
                  <a:pt x="9711" y="0"/>
                </a:lnTo>
                <a:lnTo>
                  <a:pt x="9711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任意多边形: 形状 119"/>
          <p:cNvSpPr/>
          <p:nvPr/>
        </p:nvSpPr>
        <p:spPr>
          <a:xfrm>
            <a:off x="857160" y="1857240"/>
            <a:ext cx="571680" cy="571680"/>
          </a:xfrm>
          <a:custGeom>
            <a:avLst/>
            <a:gdLst/>
            <a:ahLst/>
            <a:cxnLst/>
            <a:rect l="0" t="0" r="r" b="b"/>
            <a:pathLst>
              <a:path w="1588" h="1588">
                <a:moveTo>
                  <a:pt x="1588" y="795"/>
                </a:moveTo>
                <a:cubicBezTo>
                  <a:pt x="1588" y="821"/>
                  <a:pt x="1586" y="847"/>
                  <a:pt x="1583" y="872"/>
                </a:cubicBezTo>
                <a:cubicBezTo>
                  <a:pt x="1581" y="898"/>
                  <a:pt x="1577" y="924"/>
                  <a:pt x="1572" y="949"/>
                </a:cubicBezTo>
                <a:cubicBezTo>
                  <a:pt x="1567" y="975"/>
                  <a:pt x="1561" y="1000"/>
                  <a:pt x="1553" y="1025"/>
                </a:cubicBezTo>
                <a:cubicBezTo>
                  <a:pt x="1546" y="1050"/>
                  <a:pt x="1537" y="1074"/>
                  <a:pt x="1527" y="1098"/>
                </a:cubicBezTo>
                <a:cubicBezTo>
                  <a:pt x="1517" y="1122"/>
                  <a:pt x="1506" y="1146"/>
                  <a:pt x="1494" y="1169"/>
                </a:cubicBezTo>
                <a:cubicBezTo>
                  <a:pt x="1481" y="1192"/>
                  <a:pt x="1468" y="1214"/>
                  <a:pt x="1453" y="1236"/>
                </a:cubicBezTo>
                <a:cubicBezTo>
                  <a:pt x="1439" y="1257"/>
                  <a:pt x="1424" y="1278"/>
                  <a:pt x="1407" y="1298"/>
                </a:cubicBezTo>
                <a:cubicBezTo>
                  <a:pt x="1391" y="1318"/>
                  <a:pt x="1373" y="1338"/>
                  <a:pt x="1355" y="1356"/>
                </a:cubicBezTo>
                <a:cubicBezTo>
                  <a:pt x="1336" y="1374"/>
                  <a:pt x="1317" y="1392"/>
                  <a:pt x="1297" y="1408"/>
                </a:cubicBezTo>
                <a:cubicBezTo>
                  <a:pt x="1277" y="1425"/>
                  <a:pt x="1256" y="1440"/>
                  <a:pt x="1234" y="1455"/>
                </a:cubicBezTo>
                <a:cubicBezTo>
                  <a:pt x="1213" y="1469"/>
                  <a:pt x="1191" y="1482"/>
                  <a:pt x="1168" y="1495"/>
                </a:cubicBezTo>
                <a:cubicBezTo>
                  <a:pt x="1145" y="1507"/>
                  <a:pt x="1121" y="1518"/>
                  <a:pt x="1097" y="1528"/>
                </a:cubicBezTo>
                <a:cubicBezTo>
                  <a:pt x="1073" y="1538"/>
                  <a:pt x="1049" y="1547"/>
                  <a:pt x="1024" y="1554"/>
                </a:cubicBezTo>
                <a:cubicBezTo>
                  <a:pt x="999" y="1562"/>
                  <a:pt x="974" y="1568"/>
                  <a:pt x="948" y="1573"/>
                </a:cubicBezTo>
                <a:cubicBezTo>
                  <a:pt x="923" y="1578"/>
                  <a:pt x="897" y="1582"/>
                  <a:pt x="871" y="1585"/>
                </a:cubicBezTo>
                <a:cubicBezTo>
                  <a:pt x="845" y="1587"/>
                  <a:pt x="819" y="1588"/>
                  <a:pt x="793" y="1588"/>
                </a:cubicBezTo>
                <a:cubicBezTo>
                  <a:pt x="768" y="1588"/>
                  <a:pt x="742" y="1587"/>
                  <a:pt x="716" y="1585"/>
                </a:cubicBezTo>
                <a:cubicBezTo>
                  <a:pt x="690" y="1582"/>
                  <a:pt x="664" y="1578"/>
                  <a:pt x="639" y="1573"/>
                </a:cubicBezTo>
                <a:cubicBezTo>
                  <a:pt x="613" y="1568"/>
                  <a:pt x="588" y="1562"/>
                  <a:pt x="563" y="1554"/>
                </a:cubicBezTo>
                <a:cubicBezTo>
                  <a:pt x="538" y="1547"/>
                  <a:pt x="514" y="1538"/>
                  <a:pt x="490" y="1528"/>
                </a:cubicBezTo>
                <a:cubicBezTo>
                  <a:pt x="466" y="1518"/>
                  <a:pt x="442" y="1507"/>
                  <a:pt x="419" y="1495"/>
                </a:cubicBezTo>
                <a:cubicBezTo>
                  <a:pt x="396" y="1482"/>
                  <a:pt x="374" y="1469"/>
                  <a:pt x="353" y="1455"/>
                </a:cubicBezTo>
                <a:cubicBezTo>
                  <a:pt x="331" y="1440"/>
                  <a:pt x="310" y="1425"/>
                  <a:pt x="290" y="1408"/>
                </a:cubicBezTo>
                <a:cubicBezTo>
                  <a:pt x="270" y="1392"/>
                  <a:pt x="251" y="1374"/>
                  <a:pt x="232" y="1356"/>
                </a:cubicBezTo>
                <a:cubicBezTo>
                  <a:pt x="214" y="1338"/>
                  <a:pt x="196" y="1318"/>
                  <a:pt x="180" y="1298"/>
                </a:cubicBezTo>
                <a:cubicBezTo>
                  <a:pt x="163" y="1278"/>
                  <a:pt x="148" y="1257"/>
                  <a:pt x="134" y="1236"/>
                </a:cubicBezTo>
                <a:cubicBezTo>
                  <a:pt x="119" y="1214"/>
                  <a:pt x="106" y="1192"/>
                  <a:pt x="93" y="1169"/>
                </a:cubicBezTo>
                <a:cubicBezTo>
                  <a:pt x="81" y="1146"/>
                  <a:pt x="70" y="1122"/>
                  <a:pt x="60" y="1098"/>
                </a:cubicBezTo>
                <a:cubicBezTo>
                  <a:pt x="50" y="1074"/>
                  <a:pt x="41" y="1050"/>
                  <a:pt x="34" y="1025"/>
                </a:cubicBezTo>
                <a:cubicBezTo>
                  <a:pt x="26" y="1000"/>
                  <a:pt x="20" y="975"/>
                  <a:pt x="15" y="949"/>
                </a:cubicBezTo>
                <a:cubicBezTo>
                  <a:pt x="10" y="924"/>
                  <a:pt x="6" y="898"/>
                  <a:pt x="4" y="872"/>
                </a:cubicBezTo>
                <a:cubicBezTo>
                  <a:pt x="1" y="847"/>
                  <a:pt x="0" y="821"/>
                  <a:pt x="0" y="795"/>
                </a:cubicBezTo>
                <a:cubicBezTo>
                  <a:pt x="0" y="769"/>
                  <a:pt x="1" y="743"/>
                  <a:pt x="4" y="717"/>
                </a:cubicBezTo>
                <a:cubicBezTo>
                  <a:pt x="6" y="691"/>
                  <a:pt x="10" y="665"/>
                  <a:pt x="15" y="640"/>
                </a:cubicBezTo>
                <a:cubicBezTo>
                  <a:pt x="20" y="614"/>
                  <a:pt x="26" y="589"/>
                  <a:pt x="34" y="564"/>
                </a:cubicBezTo>
                <a:cubicBezTo>
                  <a:pt x="41" y="539"/>
                  <a:pt x="50" y="515"/>
                  <a:pt x="60" y="491"/>
                </a:cubicBezTo>
                <a:cubicBezTo>
                  <a:pt x="70" y="467"/>
                  <a:pt x="81" y="443"/>
                  <a:pt x="93" y="420"/>
                </a:cubicBezTo>
                <a:cubicBezTo>
                  <a:pt x="106" y="398"/>
                  <a:pt x="119" y="374"/>
                  <a:pt x="134" y="353"/>
                </a:cubicBezTo>
                <a:cubicBezTo>
                  <a:pt x="148" y="331"/>
                  <a:pt x="163" y="310"/>
                  <a:pt x="180" y="290"/>
                </a:cubicBezTo>
                <a:cubicBezTo>
                  <a:pt x="196" y="270"/>
                  <a:pt x="214" y="251"/>
                  <a:pt x="232" y="232"/>
                </a:cubicBezTo>
                <a:cubicBezTo>
                  <a:pt x="251" y="214"/>
                  <a:pt x="270" y="197"/>
                  <a:pt x="290" y="180"/>
                </a:cubicBezTo>
                <a:cubicBezTo>
                  <a:pt x="310" y="164"/>
                  <a:pt x="331" y="148"/>
                  <a:pt x="353" y="134"/>
                </a:cubicBezTo>
                <a:cubicBezTo>
                  <a:pt x="374" y="119"/>
                  <a:pt x="396" y="106"/>
                  <a:pt x="419" y="94"/>
                </a:cubicBezTo>
                <a:cubicBezTo>
                  <a:pt x="442" y="81"/>
                  <a:pt x="466" y="70"/>
                  <a:pt x="490" y="60"/>
                </a:cubicBezTo>
                <a:cubicBezTo>
                  <a:pt x="514" y="50"/>
                  <a:pt x="538" y="42"/>
                  <a:pt x="563" y="34"/>
                </a:cubicBezTo>
                <a:cubicBezTo>
                  <a:pt x="588" y="27"/>
                  <a:pt x="613" y="20"/>
                  <a:pt x="639" y="15"/>
                </a:cubicBezTo>
                <a:cubicBezTo>
                  <a:pt x="664" y="10"/>
                  <a:pt x="690" y="6"/>
                  <a:pt x="716" y="4"/>
                </a:cubicBezTo>
                <a:cubicBezTo>
                  <a:pt x="742" y="1"/>
                  <a:pt x="768" y="0"/>
                  <a:pt x="793" y="0"/>
                </a:cubicBezTo>
                <a:cubicBezTo>
                  <a:pt x="819" y="0"/>
                  <a:pt x="845" y="1"/>
                  <a:pt x="871" y="4"/>
                </a:cubicBezTo>
                <a:cubicBezTo>
                  <a:pt x="897" y="6"/>
                  <a:pt x="923" y="10"/>
                  <a:pt x="948" y="15"/>
                </a:cubicBezTo>
                <a:cubicBezTo>
                  <a:pt x="974" y="20"/>
                  <a:pt x="999" y="27"/>
                  <a:pt x="1024" y="34"/>
                </a:cubicBezTo>
                <a:cubicBezTo>
                  <a:pt x="1049" y="42"/>
                  <a:pt x="1073" y="50"/>
                  <a:pt x="1097" y="60"/>
                </a:cubicBezTo>
                <a:cubicBezTo>
                  <a:pt x="1121" y="70"/>
                  <a:pt x="1145" y="81"/>
                  <a:pt x="1168" y="94"/>
                </a:cubicBezTo>
                <a:cubicBezTo>
                  <a:pt x="1191" y="106"/>
                  <a:pt x="1213" y="119"/>
                  <a:pt x="1234" y="134"/>
                </a:cubicBezTo>
                <a:cubicBezTo>
                  <a:pt x="1256" y="148"/>
                  <a:pt x="1277" y="164"/>
                  <a:pt x="1297" y="180"/>
                </a:cubicBezTo>
                <a:cubicBezTo>
                  <a:pt x="1317" y="197"/>
                  <a:pt x="1336" y="214"/>
                  <a:pt x="1355" y="232"/>
                </a:cubicBezTo>
                <a:cubicBezTo>
                  <a:pt x="1373" y="251"/>
                  <a:pt x="1391" y="270"/>
                  <a:pt x="1407" y="290"/>
                </a:cubicBezTo>
                <a:cubicBezTo>
                  <a:pt x="1424" y="310"/>
                  <a:pt x="1439" y="331"/>
                  <a:pt x="1453" y="353"/>
                </a:cubicBezTo>
                <a:cubicBezTo>
                  <a:pt x="1468" y="374"/>
                  <a:pt x="1481" y="398"/>
                  <a:pt x="1494" y="420"/>
                </a:cubicBezTo>
                <a:cubicBezTo>
                  <a:pt x="1506" y="443"/>
                  <a:pt x="1517" y="467"/>
                  <a:pt x="1527" y="491"/>
                </a:cubicBezTo>
                <a:cubicBezTo>
                  <a:pt x="1537" y="515"/>
                  <a:pt x="1546" y="539"/>
                  <a:pt x="1553" y="564"/>
                </a:cubicBezTo>
                <a:cubicBezTo>
                  <a:pt x="1561" y="589"/>
                  <a:pt x="1567" y="614"/>
                  <a:pt x="1572" y="640"/>
                </a:cubicBezTo>
                <a:cubicBezTo>
                  <a:pt x="1577" y="665"/>
                  <a:pt x="1581" y="691"/>
                  <a:pt x="1583" y="717"/>
                </a:cubicBezTo>
                <a:cubicBezTo>
                  <a:pt x="1586" y="743"/>
                  <a:pt x="1588" y="769"/>
                  <a:pt x="1588" y="795"/>
                </a:cubicBezTo>
                <a:close/>
              </a:path>
            </a:pathLst>
          </a:custGeom>
          <a:solidFill>
            <a:srgbClr val="F0F5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文本框 120"/>
          <p:cNvSpPr txBox="1"/>
          <p:nvPr/>
        </p:nvSpPr>
        <p:spPr>
          <a:xfrm>
            <a:off x="4662360" y="381240"/>
            <a:ext cx="167796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市场需求与前景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文本框 121"/>
          <p:cNvSpPr txBox="1"/>
          <p:nvPr/>
        </p:nvSpPr>
        <p:spPr>
          <a:xfrm>
            <a:off x="976680" y="1990800"/>
            <a:ext cx="2664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📊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文本框 122"/>
          <p:cNvSpPr txBox="1"/>
          <p:nvPr/>
        </p:nvSpPr>
        <p:spPr>
          <a:xfrm>
            <a:off x="857160" y="2932560"/>
            <a:ext cx="59688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市场空缺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文本框 123"/>
          <p:cNvSpPr txBox="1"/>
          <p:nvPr/>
        </p:nvSpPr>
        <p:spPr>
          <a:xfrm>
            <a:off x="857160" y="3604680"/>
            <a:ext cx="572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现有软件⽆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文本框 124"/>
          <p:cNvSpPr txBox="1"/>
          <p:nvPr/>
        </p:nvSpPr>
        <p:spPr>
          <a:xfrm>
            <a:off x="1809720" y="3609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文本框 125"/>
          <p:cNvSpPr txBox="1"/>
          <p:nvPr/>
        </p:nvSpPr>
        <p:spPr>
          <a:xfrm>
            <a:off x="1900080" y="3604680"/>
            <a:ext cx="229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暖⾔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文本框 126"/>
          <p:cNvSpPr txBox="1"/>
          <p:nvPr/>
        </p:nvSpPr>
        <p:spPr>
          <a:xfrm>
            <a:off x="2280960" y="3609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+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文本框 127"/>
          <p:cNvSpPr txBox="1"/>
          <p:nvPr/>
        </p:nvSpPr>
        <p:spPr>
          <a:xfrm>
            <a:off x="2392200" y="3604680"/>
            <a:ext cx="4579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⼼理⽀持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文本框 128"/>
          <p:cNvSpPr txBox="1"/>
          <p:nvPr/>
        </p:nvSpPr>
        <p:spPr>
          <a:xfrm>
            <a:off x="3154320" y="360900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文本框 129"/>
          <p:cNvSpPr txBox="1"/>
          <p:nvPr/>
        </p:nvSpPr>
        <p:spPr>
          <a:xfrm>
            <a:off x="3244680" y="3604680"/>
            <a:ext cx="229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功能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任意多边形: 形状 130"/>
          <p:cNvSpPr/>
          <p:nvPr/>
        </p:nvSpPr>
        <p:spPr>
          <a:xfrm>
            <a:off x="4352760" y="1552320"/>
            <a:ext cx="3486600" cy="3734280"/>
          </a:xfrm>
          <a:custGeom>
            <a:avLst/>
            <a:gdLst/>
            <a:ahLst/>
            <a:cxnLst/>
            <a:rect l="0" t="0" r="r" b="b"/>
            <a:pathLst>
              <a:path w="9685" h="10373">
                <a:moveTo>
                  <a:pt x="0" y="10055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80"/>
                  <a:pt x="24" y="164"/>
                </a:cubicBezTo>
                <a:cubicBezTo>
                  <a:pt x="32" y="147"/>
                  <a:pt x="42" y="132"/>
                  <a:pt x="53" y="118"/>
                </a:cubicBezTo>
                <a:cubicBezTo>
                  <a:pt x="65" y="103"/>
                  <a:pt x="78" y="90"/>
                  <a:pt x="93" y="78"/>
                </a:cubicBezTo>
                <a:cubicBezTo>
                  <a:pt x="108" y="65"/>
                  <a:pt x="124" y="54"/>
                  <a:pt x="141" y="45"/>
                </a:cubicBezTo>
                <a:cubicBezTo>
                  <a:pt x="158" y="35"/>
                  <a:pt x="177" y="27"/>
                  <a:pt x="196" y="20"/>
                </a:cubicBezTo>
                <a:cubicBezTo>
                  <a:pt x="215" y="14"/>
                  <a:pt x="235" y="9"/>
                  <a:pt x="256" y="5"/>
                </a:cubicBezTo>
                <a:cubicBezTo>
                  <a:pt x="276" y="2"/>
                  <a:pt x="297" y="0"/>
                  <a:pt x="317" y="0"/>
                </a:cubicBezTo>
                <a:lnTo>
                  <a:pt x="9367" y="0"/>
                </a:lnTo>
                <a:cubicBezTo>
                  <a:pt x="9388" y="0"/>
                  <a:pt x="9409" y="2"/>
                  <a:pt x="9429" y="5"/>
                </a:cubicBezTo>
                <a:cubicBezTo>
                  <a:pt x="9450" y="9"/>
                  <a:pt x="9469" y="14"/>
                  <a:pt x="9489" y="20"/>
                </a:cubicBezTo>
                <a:cubicBezTo>
                  <a:pt x="9508" y="27"/>
                  <a:pt x="9526" y="35"/>
                  <a:pt x="9544" y="45"/>
                </a:cubicBezTo>
                <a:cubicBezTo>
                  <a:pt x="9561" y="54"/>
                  <a:pt x="9577" y="65"/>
                  <a:pt x="9592" y="78"/>
                </a:cubicBezTo>
                <a:cubicBezTo>
                  <a:pt x="9606" y="90"/>
                  <a:pt x="9620" y="103"/>
                  <a:pt x="9631" y="118"/>
                </a:cubicBezTo>
                <a:cubicBezTo>
                  <a:pt x="9643" y="132"/>
                  <a:pt x="9653" y="147"/>
                  <a:pt x="9661" y="164"/>
                </a:cubicBezTo>
                <a:cubicBezTo>
                  <a:pt x="9669" y="180"/>
                  <a:pt x="9675" y="196"/>
                  <a:pt x="9679" y="213"/>
                </a:cubicBezTo>
                <a:cubicBezTo>
                  <a:pt x="9683" y="230"/>
                  <a:pt x="9685" y="247"/>
                  <a:pt x="9685" y="265"/>
                </a:cubicBezTo>
                <a:lnTo>
                  <a:pt x="9685" y="10055"/>
                </a:lnTo>
                <a:cubicBezTo>
                  <a:pt x="9685" y="10076"/>
                  <a:pt x="9683" y="10097"/>
                  <a:pt x="9679" y="10117"/>
                </a:cubicBezTo>
                <a:cubicBezTo>
                  <a:pt x="9675" y="10138"/>
                  <a:pt x="9669" y="10158"/>
                  <a:pt x="9661" y="10177"/>
                </a:cubicBezTo>
                <a:cubicBezTo>
                  <a:pt x="9653" y="10196"/>
                  <a:pt x="9643" y="10214"/>
                  <a:pt x="9631" y="10232"/>
                </a:cubicBezTo>
                <a:cubicBezTo>
                  <a:pt x="9620" y="10249"/>
                  <a:pt x="9606" y="10265"/>
                  <a:pt x="9592" y="10280"/>
                </a:cubicBezTo>
                <a:cubicBezTo>
                  <a:pt x="9577" y="10295"/>
                  <a:pt x="9561" y="10308"/>
                  <a:pt x="9544" y="10319"/>
                </a:cubicBezTo>
                <a:cubicBezTo>
                  <a:pt x="9526" y="10331"/>
                  <a:pt x="9508" y="10341"/>
                  <a:pt x="9489" y="10349"/>
                </a:cubicBezTo>
                <a:cubicBezTo>
                  <a:pt x="9469" y="10357"/>
                  <a:pt x="9450" y="10363"/>
                  <a:pt x="9429" y="10367"/>
                </a:cubicBezTo>
                <a:cubicBezTo>
                  <a:pt x="9409" y="10371"/>
                  <a:pt x="9388" y="10373"/>
                  <a:pt x="9367" y="10373"/>
                </a:cubicBezTo>
                <a:lnTo>
                  <a:pt x="317" y="10373"/>
                </a:lnTo>
                <a:cubicBezTo>
                  <a:pt x="297" y="10373"/>
                  <a:pt x="276" y="10371"/>
                  <a:pt x="256" y="10367"/>
                </a:cubicBezTo>
                <a:cubicBezTo>
                  <a:pt x="235" y="10363"/>
                  <a:pt x="215" y="10357"/>
                  <a:pt x="196" y="10349"/>
                </a:cubicBezTo>
                <a:cubicBezTo>
                  <a:pt x="177" y="10341"/>
                  <a:pt x="158" y="10331"/>
                  <a:pt x="141" y="10319"/>
                </a:cubicBezTo>
                <a:cubicBezTo>
                  <a:pt x="124" y="10308"/>
                  <a:pt x="108" y="10295"/>
                  <a:pt x="93" y="10280"/>
                </a:cubicBezTo>
                <a:cubicBezTo>
                  <a:pt x="78" y="10265"/>
                  <a:pt x="65" y="10249"/>
                  <a:pt x="53" y="10232"/>
                </a:cubicBezTo>
                <a:cubicBezTo>
                  <a:pt x="42" y="10214"/>
                  <a:pt x="32" y="10196"/>
                  <a:pt x="24" y="10177"/>
                </a:cubicBezTo>
                <a:cubicBezTo>
                  <a:pt x="16" y="10158"/>
                  <a:pt x="10" y="10138"/>
                  <a:pt x="6" y="10117"/>
                </a:cubicBezTo>
                <a:cubicBezTo>
                  <a:pt x="2" y="10097"/>
                  <a:pt x="0" y="10076"/>
                  <a:pt x="0" y="10055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任意多边形: 形状 131"/>
          <p:cNvSpPr/>
          <p:nvPr/>
        </p:nvSpPr>
        <p:spPr>
          <a:xfrm>
            <a:off x="4352760" y="1533240"/>
            <a:ext cx="3486600" cy="114840"/>
          </a:xfrm>
          <a:custGeom>
            <a:avLst/>
            <a:gdLst/>
            <a:ahLst/>
            <a:cxnLst/>
            <a:rect l="0" t="0" r="r" b="b"/>
            <a:pathLst>
              <a:path w="9685" h="319">
                <a:moveTo>
                  <a:pt x="0" y="0"/>
                </a:moveTo>
                <a:lnTo>
                  <a:pt x="9685" y="0"/>
                </a:lnTo>
                <a:lnTo>
                  <a:pt x="9685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任意多边形: 形状 132"/>
          <p:cNvSpPr/>
          <p:nvPr/>
        </p:nvSpPr>
        <p:spPr>
          <a:xfrm>
            <a:off x="4638600" y="1857240"/>
            <a:ext cx="571680" cy="571680"/>
          </a:xfrm>
          <a:custGeom>
            <a:avLst/>
            <a:gdLst/>
            <a:ahLst/>
            <a:cxnLst/>
            <a:rect l="0" t="0" r="r" b="b"/>
            <a:pathLst>
              <a:path w="1588" h="1588">
                <a:moveTo>
                  <a:pt x="1588" y="795"/>
                </a:moveTo>
                <a:cubicBezTo>
                  <a:pt x="1588" y="821"/>
                  <a:pt x="1587" y="847"/>
                  <a:pt x="1584" y="872"/>
                </a:cubicBezTo>
                <a:cubicBezTo>
                  <a:pt x="1582" y="898"/>
                  <a:pt x="1578" y="924"/>
                  <a:pt x="1573" y="949"/>
                </a:cubicBezTo>
                <a:cubicBezTo>
                  <a:pt x="1568" y="975"/>
                  <a:pt x="1562" y="1000"/>
                  <a:pt x="1554" y="1025"/>
                </a:cubicBezTo>
                <a:cubicBezTo>
                  <a:pt x="1546" y="1050"/>
                  <a:pt x="1538" y="1074"/>
                  <a:pt x="1528" y="1098"/>
                </a:cubicBezTo>
                <a:cubicBezTo>
                  <a:pt x="1518" y="1122"/>
                  <a:pt x="1507" y="1146"/>
                  <a:pt x="1494" y="1169"/>
                </a:cubicBezTo>
                <a:cubicBezTo>
                  <a:pt x="1482" y="1192"/>
                  <a:pt x="1469" y="1214"/>
                  <a:pt x="1454" y="1236"/>
                </a:cubicBezTo>
                <a:cubicBezTo>
                  <a:pt x="1440" y="1257"/>
                  <a:pt x="1425" y="1278"/>
                  <a:pt x="1408" y="1298"/>
                </a:cubicBezTo>
                <a:cubicBezTo>
                  <a:pt x="1392" y="1318"/>
                  <a:pt x="1374" y="1338"/>
                  <a:pt x="1356" y="1356"/>
                </a:cubicBezTo>
                <a:cubicBezTo>
                  <a:pt x="1337" y="1374"/>
                  <a:pt x="1318" y="1392"/>
                  <a:pt x="1298" y="1408"/>
                </a:cubicBezTo>
                <a:cubicBezTo>
                  <a:pt x="1278" y="1425"/>
                  <a:pt x="1257" y="1440"/>
                  <a:pt x="1235" y="1455"/>
                </a:cubicBezTo>
                <a:cubicBezTo>
                  <a:pt x="1214" y="1469"/>
                  <a:pt x="1192" y="1482"/>
                  <a:pt x="1169" y="1495"/>
                </a:cubicBezTo>
                <a:cubicBezTo>
                  <a:pt x="1146" y="1507"/>
                  <a:pt x="1122" y="1518"/>
                  <a:pt x="1098" y="1528"/>
                </a:cubicBezTo>
                <a:cubicBezTo>
                  <a:pt x="1074" y="1538"/>
                  <a:pt x="1050" y="1547"/>
                  <a:pt x="1025" y="1554"/>
                </a:cubicBezTo>
                <a:cubicBezTo>
                  <a:pt x="1000" y="1562"/>
                  <a:pt x="975" y="1568"/>
                  <a:pt x="949" y="1573"/>
                </a:cubicBezTo>
                <a:cubicBezTo>
                  <a:pt x="924" y="1578"/>
                  <a:pt x="898" y="1582"/>
                  <a:pt x="872" y="1585"/>
                </a:cubicBezTo>
                <a:cubicBezTo>
                  <a:pt x="846" y="1587"/>
                  <a:pt x="820" y="1588"/>
                  <a:pt x="794" y="1588"/>
                </a:cubicBezTo>
                <a:cubicBezTo>
                  <a:pt x="768" y="1588"/>
                  <a:pt x="743" y="1587"/>
                  <a:pt x="717" y="1585"/>
                </a:cubicBezTo>
                <a:cubicBezTo>
                  <a:pt x="691" y="1582"/>
                  <a:pt x="665" y="1578"/>
                  <a:pt x="640" y="1573"/>
                </a:cubicBezTo>
                <a:cubicBezTo>
                  <a:pt x="614" y="1568"/>
                  <a:pt x="588" y="1562"/>
                  <a:pt x="563" y="1554"/>
                </a:cubicBezTo>
                <a:cubicBezTo>
                  <a:pt x="538" y="1547"/>
                  <a:pt x="514" y="1538"/>
                  <a:pt x="490" y="1528"/>
                </a:cubicBezTo>
                <a:cubicBezTo>
                  <a:pt x="466" y="1518"/>
                  <a:pt x="442" y="1507"/>
                  <a:pt x="419" y="1495"/>
                </a:cubicBezTo>
                <a:cubicBezTo>
                  <a:pt x="396" y="1482"/>
                  <a:pt x="374" y="1469"/>
                  <a:pt x="352" y="1455"/>
                </a:cubicBezTo>
                <a:cubicBezTo>
                  <a:pt x="331" y="1440"/>
                  <a:pt x="310" y="1425"/>
                  <a:pt x="290" y="1408"/>
                </a:cubicBezTo>
                <a:cubicBezTo>
                  <a:pt x="270" y="1392"/>
                  <a:pt x="251" y="1374"/>
                  <a:pt x="232" y="1356"/>
                </a:cubicBezTo>
                <a:cubicBezTo>
                  <a:pt x="214" y="1338"/>
                  <a:pt x="196" y="1318"/>
                  <a:pt x="180" y="1298"/>
                </a:cubicBezTo>
                <a:cubicBezTo>
                  <a:pt x="163" y="1278"/>
                  <a:pt x="148" y="1257"/>
                  <a:pt x="133" y="1236"/>
                </a:cubicBezTo>
                <a:cubicBezTo>
                  <a:pt x="119" y="1214"/>
                  <a:pt x="106" y="1192"/>
                  <a:pt x="93" y="1169"/>
                </a:cubicBezTo>
                <a:cubicBezTo>
                  <a:pt x="81" y="1146"/>
                  <a:pt x="70" y="1122"/>
                  <a:pt x="60" y="1098"/>
                </a:cubicBezTo>
                <a:cubicBezTo>
                  <a:pt x="50" y="1074"/>
                  <a:pt x="41" y="1050"/>
                  <a:pt x="34" y="1025"/>
                </a:cubicBezTo>
                <a:cubicBezTo>
                  <a:pt x="26" y="1000"/>
                  <a:pt x="20" y="975"/>
                  <a:pt x="15" y="949"/>
                </a:cubicBezTo>
                <a:cubicBezTo>
                  <a:pt x="10" y="924"/>
                  <a:pt x="6" y="898"/>
                  <a:pt x="4" y="872"/>
                </a:cubicBezTo>
                <a:cubicBezTo>
                  <a:pt x="1" y="847"/>
                  <a:pt x="0" y="821"/>
                  <a:pt x="0" y="795"/>
                </a:cubicBezTo>
                <a:cubicBezTo>
                  <a:pt x="0" y="769"/>
                  <a:pt x="1" y="743"/>
                  <a:pt x="4" y="717"/>
                </a:cubicBezTo>
                <a:cubicBezTo>
                  <a:pt x="6" y="691"/>
                  <a:pt x="10" y="665"/>
                  <a:pt x="15" y="640"/>
                </a:cubicBezTo>
                <a:cubicBezTo>
                  <a:pt x="20" y="614"/>
                  <a:pt x="26" y="589"/>
                  <a:pt x="34" y="564"/>
                </a:cubicBezTo>
                <a:cubicBezTo>
                  <a:pt x="41" y="539"/>
                  <a:pt x="50" y="515"/>
                  <a:pt x="60" y="491"/>
                </a:cubicBezTo>
                <a:cubicBezTo>
                  <a:pt x="70" y="467"/>
                  <a:pt x="81" y="443"/>
                  <a:pt x="93" y="420"/>
                </a:cubicBezTo>
                <a:cubicBezTo>
                  <a:pt x="106" y="398"/>
                  <a:pt x="119" y="374"/>
                  <a:pt x="133" y="353"/>
                </a:cubicBezTo>
                <a:cubicBezTo>
                  <a:pt x="148" y="331"/>
                  <a:pt x="163" y="310"/>
                  <a:pt x="180" y="290"/>
                </a:cubicBezTo>
                <a:cubicBezTo>
                  <a:pt x="196" y="270"/>
                  <a:pt x="214" y="251"/>
                  <a:pt x="232" y="232"/>
                </a:cubicBezTo>
                <a:cubicBezTo>
                  <a:pt x="251" y="214"/>
                  <a:pt x="270" y="197"/>
                  <a:pt x="290" y="180"/>
                </a:cubicBezTo>
                <a:cubicBezTo>
                  <a:pt x="310" y="164"/>
                  <a:pt x="331" y="148"/>
                  <a:pt x="352" y="134"/>
                </a:cubicBezTo>
                <a:cubicBezTo>
                  <a:pt x="374" y="119"/>
                  <a:pt x="396" y="106"/>
                  <a:pt x="419" y="94"/>
                </a:cubicBezTo>
                <a:cubicBezTo>
                  <a:pt x="442" y="81"/>
                  <a:pt x="466" y="70"/>
                  <a:pt x="490" y="60"/>
                </a:cubicBezTo>
                <a:cubicBezTo>
                  <a:pt x="514" y="50"/>
                  <a:pt x="538" y="42"/>
                  <a:pt x="563" y="34"/>
                </a:cubicBezTo>
                <a:cubicBezTo>
                  <a:pt x="588" y="27"/>
                  <a:pt x="614" y="20"/>
                  <a:pt x="640" y="15"/>
                </a:cubicBezTo>
                <a:cubicBezTo>
                  <a:pt x="665" y="10"/>
                  <a:pt x="691" y="6"/>
                  <a:pt x="717" y="4"/>
                </a:cubicBezTo>
                <a:cubicBezTo>
                  <a:pt x="743" y="1"/>
                  <a:pt x="768" y="0"/>
                  <a:pt x="794" y="0"/>
                </a:cubicBezTo>
                <a:cubicBezTo>
                  <a:pt x="820" y="0"/>
                  <a:pt x="846" y="1"/>
                  <a:pt x="872" y="4"/>
                </a:cubicBezTo>
                <a:cubicBezTo>
                  <a:pt x="898" y="6"/>
                  <a:pt x="924" y="10"/>
                  <a:pt x="949" y="15"/>
                </a:cubicBezTo>
                <a:cubicBezTo>
                  <a:pt x="975" y="20"/>
                  <a:pt x="1000" y="27"/>
                  <a:pt x="1025" y="34"/>
                </a:cubicBezTo>
                <a:cubicBezTo>
                  <a:pt x="1050" y="42"/>
                  <a:pt x="1074" y="50"/>
                  <a:pt x="1098" y="60"/>
                </a:cubicBezTo>
                <a:cubicBezTo>
                  <a:pt x="1122" y="70"/>
                  <a:pt x="1146" y="81"/>
                  <a:pt x="1169" y="94"/>
                </a:cubicBezTo>
                <a:cubicBezTo>
                  <a:pt x="1192" y="106"/>
                  <a:pt x="1214" y="119"/>
                  <a:pt x="1235" y="134"/>
                </a:cubicBezTo>
                <a:cubicBezTo>
                  <a:pt x="1257" y="148"/>
                  <a:pt x="1278" y="164"/>
                  <a:pt x="1298" y="180"/>
                </a:cubicBezTo>
                <a:cubicBezTo>
                  <a:pt x="1318" y="197"/>
                  <a:pt x="1337" y="214"/>
                  <a:pt x="1356" y="232"/>
                </a:cubicBezTo>
                <a:cubicBezTo>
                  <a:pt x="1374" y="251"/>
                  <a:pt x="1392" y="270"/>
                  <a:pt x="1408" y="290"/>
                </a:cubicBezTo>
                <a:cubicBezTo>
                  <a:pt x="1425" y="310"/>
                  <a:pt x="1440" y="331"/>
                  <a:pt x="1454" y="353"/>
                </a:cubicBezTo>
                <a:cubicBezTo>
                  <a:pt x="1469" y="374"/>
                  <a:pt x="1482" y="398"/>
                  <a:pt x="1494" y="420"/>
                </a:cubicBezTo>
                <a:cubicBezTo>
                  <a:pt x="1507" y="443"/>
                  <a:pt x="1518" y="467"/>
                  <a:pt x="1528" y="491"/>
                </a:cubicBezTo>
                <a:cubicBezTo>
                  <a:pt x="1538" y="515"/>
                  <a:pt x="1546" y="539"/>
                  <a:pt x="1554" y="564"/>
                </a:cubicBezTo>
                <a:cubicBezTo>
                  <a:pt x="1562" y="589"/>
                  <a:pt x="1568" y="614"/>
                  <a:pt x="1573" y="640"/>
                </a:cubicBezTo>
                <a:cubicBezTo>
                  <a:pt x="1578" y="665"/>
                  <a:pt x="1582" y="691"/>
                  <a:pt x="1584" y="717"/>
                </a:cubicBezTo>
                <a:cubicBezTo>
                  <a:pt x="1587" y="743"/>
                  <a:pt x="1588" y="769"/>
                  <a:pt x="1588" y="795"/>
                </a:cubicBezTo>
                <a:close/>
              </a:path>
            </a:pathLst>
          </a:custGeom>
          <a:solidFill>
            <a:srgbClr val="F0F5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文本框 133"/>
          <p:cNvSpPr txBox="1"/>
          <p:nvPr/>
        </p:nvSpPr>
        <p:spPr>
          <a:xfrm>
            <a:off x="857160" y="3909600"/>
            <a:ext cx="1258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组合，缺乏专业解决⽅案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文本框 134"/>
          <p:cNvSpPr txBox="1"/>
          <p:nvPr/>
        </p:nvSpPr>
        <p:spPr>
          <a:xfrm>
            <a:off x="4754880" y="1990800"/>
            <a:ext cx="2664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文本框 135"/>
          <p:cNvSpPr txBox="1"/>
          <p:nvPr/>
        </p:nvSpPr>
        <p:spPr>
          <a:xfrm>
            <a:off x="4635360" y="2932560"/>
            <a:ext cx="59688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需求强烈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文本框 136"/>
          <p:cNvSpPr txBox="1"/>
          <p:nvPr/>
        </p:nvSpPr>
        <p:spPr>
          <a:xfrm>
            <a:off x="5578920" y="3515040"/>
            <a:ext cx="1034640" cy="34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84.35%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4635360" y="4242960"/>
            <a:ext cx="1715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潜在⽤⼾明确表⽰需要此类服务，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任意多边形: 形状 138"/>
          <p:cNvSpPr/>
          <p:nvPr/>
        </p:nvSpPr>
        <p:spPr>
          <a:xfrm>
            <a:off x="8124480" y="1552320"/>
            <a:ext cx="3496320" cy="3734280"/>
          </a:xfrm>
          <a:custGeom>
            <a:avLst/>
            <a:gdLst/>
            <a:ahLst/>
            <a:cxnLst/>
            <a:rect l="0" t="0" r="r" b="b"/>
            <a:pathLst>
              <a:path w="9712" h="10373">
                <a:moveTo>
                  <a:pt x="0" y="10055"/>
                </a:moveTo>
                <a:lnTo>
                  <a:pt x="0" y="265"/>
                </a:lnTo>
                <a:cubicBezTo>
                  <a:pt x="0" y="247"/>
                  <a:pt x="2" y="230"/>
                  <a:pt x="7" y="213"/>
                </a:cubicBezTo>
                <a:cubicBezTo>
                  <a:pt x="11" y="196"/>
                  <a:pt x="17" y="180"/>
                  <a:pt x="25" y="164"/>
                </a:cubicBezTo>
                <a:cubicBezTo>
                  <a:pt x="33" y="147"/>
                  <a:pt x="42" y="132"/>
                  <a:pt x="54" y="118"/>
                </a:cubicBezTo>
                <a:cubicBezTo>
                  <a:pt x="66" y="103"/>
                  <a:pt x="79" y="90"/>
                  <a:pt x="93" y="78"/>
                </a:cubicBezTo>
                <a:cubicBezTo>
                  <a:pt x="108" y="65"/>
                  <a:pt x="124" y="54"/>
                  <a:pt x="142" y="45"/>
                </a:cubicBezTo>
                <a:cubicBezTo>
                  <a:pt x="159" y="35"/>
                  <a:pt x="177" y="27"/>
                  <a:pt x="196" y="20"/>
                </a:cubicBezTo>
                <a:cubicBezTo>
                  <a:pt x="216" y="14"/>
                  <a:pt x="236" y="9"/>
                  <a:pt x="256" y="5"/>
                </a:cubicBezTo>
                <a:cubicBezTo>
                  <a:pt x="276" y="2"/>
                  <a:pt x="297" y="0"/>
                  <a:pt x="318" y="0"/>
                </a:cubicBezTo>
                <a:lnTo>
                  <a:pt x="9394" y="0"/>
                </a:lnTo>
                <a:cubicBezTo>
                  <a:pt x="9415" y="0"/>
                  <a:pt x="9436" y="2"/>
                  <a:pt x="9456" y="5"/>
                </a:cubicBezTo>
                <a:cubicBezTo>
                  <a:pt x="9477" y="9"/>
                  <a:pt x="9496" y="14"/>
                  <a:pt x="9516" y="20"/>
                </a:cubicBezTo>
                <a:cubicBezTo>
                  <a:pt x="9535" y="27"/>
                  <a:pt x="9553" y="35"/>
                  <a:pt x="9571" y="45"/>
                </a:cubicBezTo>
                <a:cubicBezTo>
                  <a:pt x="9588" y="54"/>
                  <a:pt x="9604" y="65"/>
                  <a:pt x="9619" y="78"/>
                </a:cubicBezTo>
                <a:cubicBezTo>
                  <a:pt x="9633" y="90"/>
                  <a:pt x="9647" y="103"/>
                  <a:pt x="9658" y="118"/>
                </a:cubicBezTo>
                <a:cubicBezTo>
                  <a:pt x="9670" y="132"/>
                  <a:pt x="9680" y="147"/>
                  <a:pt x="9687" y="164"/>
                </a:cubicBezTo>
                <a:cubicBezTo>
                  <a:pt x="9695" y="180"/>
                  <a:pt x="9701" y="196"/>
                  <a:pt x="9706" y="213"/>
                </a:cubicBezTo>
                <a:cubicBezTo>
                  <a:pt x="9710" y="230"/>
                  <a:pt x="9712" y="247"/>
                  <a:pt x="9712" y="265"/>
                </a:cubicBezTo>
                <a:lnTo>
                  <a:pt x="9712" y="10055"/>
                </a:lnTo>
                <a:cubicBezTo>
                  <a:pt x="9712" y="10076"/>
                  <a:pt x="9710" y="10097"/>
                  <a:pt x="9706" y="10117"/>
                </a:cubicBezTo>
                <a:cubicBezTo>
                  <a:pt x="9701" y="10138"/>
                  <a:pt x="9695" y="10158"/>
                  <a:pt x="9687" y="10177"/>
                </a:cubicBezTo>
                <a:cubicBezTo>
                  <a:pt x="9680" y="10196"/>
                  <a:pt x="9670" y="10214"/>
                  <a:pt x="9658" y="10232"/>
                </a:cubicBezTo>
                <a:cubicBezTo>
                  <a:pt x="9647" y="10249"/>
                  <a:pt x="9633" y="10265"/>
                  <a:pt x="9619" y="10280"/>
                </a:cubicBezTo>
                <a:cubicBezTo>
                  <a:pt x="9604" y="10295"/>
                  <a:pt x="9588" y="10308"/>
                  <a:pt x="9571" y="10319"/>
                </a:cubicBezTo>
                <a:cubicBezTo>
                  <a:pt x="9553" y="10331"/>
                  <a:pt x="9535" y="10341"/>
                  <a:pt x="9516" y="10349"/>
                </a:cubicBezTo>
                <a:cubicBezTo>
                  <a:pt x="9496" y="10357"/>
                  <a:pt x="9477" y="10363"/>
                  <a:pt x="9456" y="10367"/>
                </a:cubicBezTo>
                <a:cubicBezTo>
                  <a:pt x="9436" y="10371"/>
                  <a:pt x="9415" y="10373"/>
                  <a:pt x="9394" y="10373"/>
                </a:cubicBezTo>
                <a:lnTo>
                  <a:pt x="318" y="10373"/>
                </a:lnTo>
                <a:cubicBezTo>
                  <a:pt x="297" y="10373"/>
                  <a:pt x="276" y="10371"/>
                  <a:pt x="256" y="10367"/>
                </a:cubicBezTo>
                <a:cubicBezTo>
                  <a:pt x="236" y="10363"/>
                  <a:pt x="216" y="10357"/>
                  <a:pt x="196" y="10349"/>
                </a:cubicBezTo>
                <a:cubicBezTo>
                  <a:pt x="177" y="10341"/>
                  <a:pt x="159" y="10331"/>
                  <a:pt x="142" y="10319"/>
                </a:cubicBezTo>
                <a:cubicBezTo>
                  <a:pt x="124" y="10308"/>
                  <a:pt x="108" y="10295"/>
                  <a:pt x="93" y="10280"/>
                </a:cubicBezTo>
                <a:cubicBezTo>
                  <a:pt x="79" y="10265"/>
                  <a:pt x="66" y="10249"/>
                  <a:pt x="54" y="10232"/>
                </a:cubicBezTo>
                <a:cubicBezTo>
                  <a:pt x="42" y="10214"/>
                  <a:pt x="33" y="10196"/>
                  <a:pt x="25" y="10177"/>
                </a:cubicBezTo>
                <a:cubicBezTo>
                  <a:pt x="17" y="10158"/>
                  <a:pt x="11" y="10138"/>
                  <a:pt x="7" y="10117"/>
                </a:cubicBezTo>
                <a:cubicBezTo>
                  <a:pt x="2" y="10097"/>
                  <a:pt x="0" y="10076"/>
                  <a:pt x="0" y="10055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任意多边形: 形状 139"/>
          <p:cNvSpPr/>
          <p:nvPr/>
        </p:nvSpPr>
        <p:spPr>
          <a:xfrm>
            <a:off x="8124480" y="1533240"/>
            <a:ext cx="3496320" cy="114840"/>
          </a:xfrm>
          <a:custGeom>
            <a:avLst/>
            <a:gdLst/>
            <a:ahLst/>
            <a:cxnLst/>
            <a:rect l="0" t="0" r="r" b="b"/>
            <a:pathLst>
              <a:path w="9712" h="319">
                <a:moveTo>
                  <a:pt x="0" y="0"/>
                </a:moveTo>
                <a:lnTo>
                  <a:pt x="9712" y="0"/>
                </a:lnTo>
                <a:lnTo>
                  <a:pt x="9712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任意多边形: 形状 140"/>
          <p:cNvSpPr/>
          <p:nvPr/>
        </p:nvSpPr>
        <p:spPr>
          <a:xfrm>
            <a:off x="8410320" y="1857240"/>
            <a:ext cx="572040" cy="571680"/>
          </a:xfrm>
          <a:custGeom>
            <a:avLst/>
            <a:gdLst/>
            <a:ahLst/>
            <a:cxnLst/>
            <a:rect l="0" t="0" r="r" b="b"/>
            <a:pathLst>
              <a:path w="1589" h="1588">
                <a:moveTo>
                  <a:pt x="1589" y="795"/>
                </a:moveTo>
                <a:cubicBezTo>
                  <a:pt x="1589" y="821"/>
                  <a:pt x="1587" y="847"/>
                  <a:pt x="1585" y="872"/>
                </a:cubicBezTo>
                <a:cubicBezTo>
                  <a:pt x="1582" y="898"/>
                  <a:pt x="1579" y="924"/>
                  <a:pt x="1573" y="949"/>
                </a:cubicBezTo>
                <a:cubicBezTo>
                  <a:pt x="1568" y="975"/>
                  <a:pt x="1562" y="1000"/>
                  <a:pt x="1555" y="1025"/>
                </a:cubicBezTo>
                <a:cubicBezTo>
                  <a:pt x="1547" y="1050"/>
                  <a:pt x="1538" y="1074"/>
                  <a:pt x="1528" y="1098"/>
                </a:cubicBezTo>
                <a:cubicBezTo>
                  <a:pt x="1518" y="1122"/>
                  <a:pt x="1507" y="1146"/>
                  <a:pt x="1495" y="1169"/>
                </a:cubicBezTo>
                <a:cubicBezTo>
                  <a:pt x="1483" y="1192"/>
                  <a:pt x="1469" y="1214"/>
                  <a:pt x="1455" y="1236"/>
                </a:cubicBezTo>
                <a:cubicBezTo>
                  <a:pt x="1440" y="1257"/>
                  <a:pt x="1425" y="1278"/>
                  <a:pt x="1409" y="1298"/>
                </a:cubicBezTo>
                <a:cubicBezTo>
                  <a:pt x="1392" y="1318"/>
                  <a:pt x="1375" y="1338"/>
                  <a:pt x="1356" y="1356"/>
                </a:cubicBezTo>
                <a:cubicBezTo>
                  <a:pt x="1338" y="1374"/>
                  <a:pt x="1319" y="1392"/>
                  <a:pt x="1299" y="1408"/>
                </a:cubicBezTo>
                <a:cubicBezTo>
                  <a:pt x="1278" y="1425"/>
                  <a:pt x="1258" y="1440"/>
                  <a:pt x="1235" y="1455"/>
                </a:cubicBezTo>
                <a:cubicBezTo>
                  <a:pt x="1213" y="1469"/>
                  <a:pt x="1191" y="1482"/>
                  <a:pt x="1168" y="1495"/>
                </a:cubicBezTo>
                <a:cubicBezTo>
                  <a:pt x="1145" y="1507"/>
                  <a:pt x="1122" y="1518"/>
                  <a:pt x="1098" y="1528"/>
                </a:cubicBezTo>
                <a:cubicBezTo>
                  <a:pt x="1074" y="1538"/>
                  <a:pt x="1049" y="1547"/>
                  <a:pt x="1024" y="1554"/>
                </a:cubicBezTo>
                <a:cubicBezTo>
                  <a:pt x="999" y="1562"/>
                  <a:pt x="974" y="1568"/>
                  <a:pt x="949" y="1573"/>
                </a:cubicBezTo>
                <a:cubicBezTo>
                  <a:pt x="923" y="1578"/>
                  <a:pt x="898" y="1582"/>
                  <a:pt x="872" y="1585"/>
                </a:cubicBezTo>
                <a:cubicBezTo>
                  <a:pt x="846" y="1587"/>
                  <a:pt x="820" y="1588"/>
                  <a:pt x="794" y="1588"/>
                </a:cubicBezTo>
                <a:cubicBezTo>
                  <a:pt x="768" y="1588"/>
                  <a:pt x="742" y="1587"/>
                  <a:pt x="716" y="1585"/>
                </a:cubicBezTo>
                <a:cubicBezTo>
                  <a:pt x="690" y="1582"/>
                  <a:pt x="665" y="1578"/>
                  <a:pt x="639" y="1573"/>
                </a:cubicBezTo>
                <a:cubicBezTo>
                  <a:pt x="614" y="1568"/>
                  <a:pt x="588" y="1562"/>
                  <a:pt x="564" y="1554"/>
                </a:cubicBezTo>
                <a:cubicBezTo>
                  <a:pt x="539" y="1547"/>
                  <a:pt x="514" y="1538"/>
                  <a:pt x="490" y="1528"/>
                </a:cubicBezTo>
                <a:cubicBezTo>
                  <a:pt x="466" y="1518"/>
                  <a:pt x="443" y="1507"/>
                  <a:pt x="420" y="1495"/>
                </a:cubicBezTo>
                <a:cubicBezTo>
                  <a:pt x="397" y="1482"/>
                  <a:pt x="375" y="1469"/>
                  <a:pt x="353" y="1455"/>
                </a:cubicBezTo>
                <a:cubicBezTo>
                  <a:pt x="331" y="1440"/>
                  <a:pt x="311" y="1425"/>
                  <a:pt x="290" y="1408"/>
                </a:cubicBezTo>
                <a:cubicBezTo>
                  <a:pt x="270" y="1392"/>
                  <a:pt x="251" y="1374"/>
                  <a:pt x="233" y="1356"/>
                </a:cubicBezTo>
                <a:cubicBezTo>
                  <a:pt x="214" y="1338"/>
                  <a:pt x="197" y="1318"/>
                  <a:pt x="180" y="1298"/>
                </a:cubicBezTo>
                <a:cubicBezTo>
                  <a:pt x="164" y="1278"/>
                  <a:pt x="148" y="1257"/>
                  <a:pt x="134" y="1236"/>
                </a:cubicBezTo>
                <a:cubicBezTo>
                  <a:pt x="120" y="1214"/>
                  <a:pt x="106" y="1192"/>
                  <a:pt x="94" y="1169"/>
                </a:cubicBezTo>
                <a:cubicBezTo>
                  <a:pt x="82" y="1146"/>
                  <a:pt x="71" y="1122"/>
                  <a:pt x="61" y="1098"/>
                </a:cubicBezTo>
                <a:cubicBezTo>
                  <a:pt x="51" y="1074"/>
                  <a:pt x="42" y="1050"/>
                  <a:pt x="34" y="1025"/>
                </a:cubicBezTo>
                <a:cubicBezTo>
                  <a:pt x="27" y="1000"/>
                  <a:pt x="21" y="975"/>
                  <a:pt x="15" y="949"/>
                </a:cubicBezTo>
                <a:cubicBezTo>
                  <a:pt x="10" y="924"/>
                  <a:pt x="7" y="898"/>
                  <a:pt x="4" y="872"/>
                </a:cubicBezTo>
                <a:cubicBezTo>
                  <a:pt x="1" y="847"/>
                  <a:pt x="0" y="821"/>
                  <a:pt x="0" y="795"/>
                </a:cubicBezTo>
                <a:cubicBezTo>
                  <a:pt x="0" y="769"/>
                  <a:pt x="1" y="743"/>
                  <a:pt x="4" y="717"/>
                </a:cubicBezTo>
                <a:cubicBezTo>
                  <a:pt x="7" y="691"/>
                  <a:pt x="10" y="665"/>
                  <a:pt x="15" y="640"/>
                </a:cubicBezTo>
                <a:cubicBezTo>
                  <a:pt x="21" y="614"/>
                  <a:pt x="27" y="589"/>
                  <a:pt x="34" y="564"/>
                </a:cubicBezTo>
                <a:cubicBezTo>
                  <a:pt x="42" y="539"/>
                  <a:pt x="51" y="515"/>
                  <a:pt x="61" y="491"/>
                </a:cubicBezTo>
                <a:cubicBezTo>
                  <a:pt x="71" y="467"/>
                  <a:pt x="82" y="443"/>
                  <a:pt x="94" y="420"/>
                </a:cubicBezTo>
                <a:cubicBezTo>
                  <a:pt x="106" y="398"/>
                  <a:pt x="120" y="374"/>
                  <a:pt x="134" y="353"/>
                </a:cubicBezTo>
                <a:cubicBezTo>
                  <a:pt x="148" y="331"/>
                  <a:pt x="164" y="310"/>
                  <a:pt x="180" y="290"/>
                </a:cubicBezTo>
                <a:cubicBezTo>
                  <a:pt x="197" y="270"/>
                  <a:pt x="214" y="251"/>
                  <a:pt x="233" y="232"/>
                </a:cubicBezTo>
                <a:cubicBezTo>
                  <a:pt x="251" y="214"/>
                  <a:pt x="270" y="197"/>
                  <a:pt x="290" y="180"/>
                </a:cubicBezTo>
                <a:cubicBezTo>
                  <a:pt x="311" y="164"/>
                  <a:pt x="331" y="148"/>
                  <a:pt x="353" y="134"/>
                </a:cubicBezTo>
                <a:cubicBezTo>
                  <a:pt x="375" y="119"/>
                  <a:pt x="397" y="106"/>
                  <a:pt x="420" y="94"/>
                </a:cubicBezTo>
                <a:cubicBezTo>
                  <a:pt x="443" y="81"/>
                  <a:pt x="466" y="70"/>
                  <a:pt x="490" y="60"/>
                </a:cubicBezTo>
                <a:cubicBezTo>
                  <a:pt x="514" y="50"/>
                  <a:pt x="539" y="42"/>
                  <a:pt x="564" y="34"/>
                </a:cubicBezTo>
                <a:cubicBezTo>
                  <a:pt x="588" y="27"/>
                  <a:pt x="614" y="20"/>
                  <a:pt x="639" y="15"/>
                </a:cubicBezTo>
                <a:cubicBezTo>
                  <a:pt x="665" y="10"/>
                  <a:pt x="690" y="6"/>
                  <a:pt x="716" y="4"/>
                </a:cubicBezTo>
                <a:cubicBezTo>
                  <a:pt x="742" y="1"/>
                  <a:pt x="768" y="0"/>
                  <a:pt x="794" y="0"/>
                </a:cubicBezTo>
                <a:cubicBezTo>
                  <a:pt x="820" y="0"/>
                  <a:pt x="846" y="1"/>
                  <a:pt x="872" y="4"/>
                </a:cubicBezTo>
                <a:cubicBezTo>
                  <a:pt x="898" y="6"/>
                  <a:pt x="923" y="10"/>
                  <a:pt x="949" y="15"/>
                </a:cubicBezTo>
                <a:cubicBezTo>
                  <a:pt x="974" y="20"/>
                  <a:pt x="999" y="27"/>
                  <a:pt x="1024" y="34"/>
                </a:cubicBezTo>
                <a:cubicBezTo>
                  <a:pt x="1049" y="42"/>
                  <a:pt x="1074" y="50"/>
                  <a:pt x="1098" y="60"/>
                </a:cubicBezTo>
                <a:cubicBezTo>
                  <a:pt x="1122" y="70"/>
                  <a:pt x="1145" y="81"/>
                  <a:pt x="1168" y="94"/>
                </a:cubicBezTo>
                <a:cubicBezTo>
                  <a:pt x="1191" y="106"/>
                  <a:pt x="1213" y="119"/>
                  <a:pt x="1235" y="134"/>
                </a:cubicBezTo>
                <a:cubicBezTo>
                  <a:pt x="1258" y="148"/>
                  <a:pt x="1278" y="164"/>
                  <a:pt x="1299" y="180"/>
                </a:cubicBezTo>
                <a:cubicBezTo>
                  <a:pt x="1319" y="197"/>
                  <a:pt x="1338" y="214"/>
                  <a:pt x="1356" y="232"/>
                </a:cubicBezTo>
                <a:cubicBezTo>
                  <a:pt x="1375" y="251"/>
                  <a:pt x="1392" y="270"/>
                  <a:pt x="1409" y="290"/>
                </a:cubicBezTo>
                <a:cubicBezTo>
                  <a:pt x="1425" y="310"/>
                  <a:pt x="1440" y="331"/>
                  <a:pt x="1455" y="353"/>
                </a:cubicBezTo>
                <a:cubicBezTo>
                  <a:pt x="1469" y="374"/>
                  <a:pt x="1483" y="398"/>
                  <a:pt x="1495" y="420"/>
                </a:cubicBezTo>
                <a:cubicBezTo>
                  <a:pt x="1507" y="443"/>
                  <a:pt x="1518" y="467"/>
                  <a:pt x="1528" y="491"/>
                </a:cubicBezTo>
                <a:cubicBezTo>
                  <a:pt x="1538" y="515"/>
                  <a:pt x="1547" y="539"/>
                  <a:pt x="1555" y="564"/>
                </a:cubicBezTo>
                <a:cubicBezTo>
                  <a:pt x="1562" y="589"/>
                  <a:pt x="1568" y="614"/>
                  <a:pt x="1573" y="640"/>
                </a:cubicBezTo>
                <a:cubicBezTo>
                  <a:pt x="1579" y="665"/>
                  <a:pt x="1582" y="691"/>
                  <a:pt x="1585" y="717"/>
                </a:cubicBezTo>
                <a:cubicBezTo>
                  <a:pt x="1587" y="743"/>
                  <a:pt x="1589" y="769"/>
                  <a:pt x="1589" y="795"/>
                </a:cubicBezTo>
                <a:close/>
              </a:path>
            </a:pathLst>
          </a:custGeom>
          <a:solidFill>
            <a:srgbClr val="F0F5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4635360" y="4547520"/>
            <a:ext cx="686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市场接受度⾼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文本框 142"/>
          <p:cNvSpPr txBox="1"/>
          <p:nvPr/>
        </p:nvSpPr>
        <p:spPr>
          <a:xfrm>
            <a:off x="8533080" y="1990800"/>
            <a:ext cx="2664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1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🚀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文本框 143"/>
          <p:cNvSpPr txBox="1"/>
          <p:nvPr/>
        </p:nvSpPr>
        <p:spPr>
          <a:xfrm>
            <a:off x="8413560" y="2932560"/>
            <a:ext cx="59688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增⻓潜⼒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8413560" y="3604680"/>
            <a:ext cx="17154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⼼理健康需求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持续上升</a:t>
            </a:r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，全球抑郁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8413560" y="3909600"/>
            <a:ext cx="686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症患者已突破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9556560" y="3913920"/>
            <a:ext cx="2656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3.5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9821520" y="3909600"/>
            <a:ext cx="8010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亿，市场空间⼴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任意多边形: 形状 148"/>
          <p:cNvSpPr/>
          <p:nvPr/>
        </p:nvSpPr>
        <p:spPr>
          <a:xfrm>
            <a:off x="0" y="5886360"/>
            <a:ext cx="12192120" cy="971640"/>
          </a:xfrm>
          <a:custGeom>
            <a:avLst/>
            <a:gdLst/>
            <a:ahLst/>
            <a:cxnLst/>
            <a:rect l="0" t="0" r="r" b="b"/>
            <a:pathLst>
              <a:path w="33867" h="2699">
                <a:moveTo>
                  <a:pt x="0" y="2488"/>
                </a:moveTo>
                <a:lnTo>
                  <a:pt x="0" y="0"/>
                </a:lnTo>
                <a:lnTo>
                  <a:pt x="33867" y="0"/>
                </a:lnTo>
                <a:lnTo>
                  <a:pt x="33867" y="2488"/>
                </a:lnTo>
                <a:cubicBezTo>
                  <a:pt x="33867" y="2516"/>
                  <a:pt x="33862" y="2543"/>
                  <a:pt x="33851" y="2569"/>
                </a:cubicBezTo>
                <a:cubicBezTo>
                  <a:pt x="33840" y="2595"/>
                  <a:pt x="33825" y="2618"/>
                  <a:pt x="33805" y="2638"/>
                </a:cubicBezTo>
                <a:cubicBezTo>
                  <a:pt x="33785" y="2657"/>
                  <a:pt x="33762" y="2673"/>
                  <a:pt x="33736" y="2683"/>
                </a:cubicBezTo>
                <a:cubicBezTo>
                  <a:pt x="33711" y="2694"/>
                  <a:pt x="33684" y="2699"/>
                  <a:pt x="33655" y="2699"/>
                </a:cubicBezTo>
                <a:lnTo>
                  <a:pt x="211" y="2699"/>
                </a:lnTo>
                <a:cubicBezTo>
                  <a:pt x="183" y="2699"/>
                  <a:pt x="156" y="2694"/>
                  <a:pt x="130" y="2683"/>
                </a:cubicBezTo>
                <a:cubicBezTo>
                  <a:pt x="104" y="2673"/>
                  <a:pt x="81" y="2657"/>
                  <a:pt x="61" y="2638"/>
                </a:cubicBezTo>
                <a:cubicBezTo>
                  <a:pt x="42" y="2618"/>
                  <a:pt x="26" y="2595"/>
                  <a:pt x="16" y="2569"/>
                </a:cubicBezTo>
                <a:cubicBezTo>
                  <a:pt x="5" y="2543"/>
                  <a:pt x="0" y="2516"/>
                  <a:pt x="0" y="2488"/>
                </a:cubicBezTo>
                <a:close/>
              </a:path>
            </a:pathLst>
          </a:custGeom>
          <a:solidFill>
            <a:srgbClr val="4B6CB7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8413560" y="4214160"/>
            <a:ext cx="19008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阔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4962600" y="6289200"/>
            <a:ext cx="410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暖⾔纸条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5648400" y="629316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 -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5800680" y="6289200"/>
            <a:ext cx="15372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填补市场空⽩，满⾜⼼理健康需求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任意多边形: 形状 153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7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任意多边形: 形状 154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18922"/>
                </a:moveTo>
                <a:lnTo>
                  <a:pt x="0" y="128"/>
                </a:lnTo>
                <a:cubicBezTo>
                  <a:pt x="0" y="120"/>
                  <a:pt x="1" y="111"/>
                  <a:pt x="4" y="103"/>
                </a:cubicBezTo>
                <a:cubicBezTo>
                  <a:pt x="6" y="95"/>
                  <a:pt x="10" y="87"/>
                  <a:pt x="16" y="79"/>
                </a:cubicBezTo>
                <a:cubicBezTo>
                  <a:pt x="21" y="71"/>
                  <a:pt x="27" y="64"/>
                  <a:pt x="35" y="57"/>
                </a:cubicBezTo>
                <a:cubicBezTo>
                  <a:pt x="43" y="50"/>
                  <a:pt x="52" y="43"/>
                  <a:pt x="61" y="37"/>
                </a:cubicBezTo>
                <a:cubicBezTo>
                  <a:pt x="71" y="31"/>
                  <a:pt x="82" y="26"/>
                  <a:pt x="94" y="21"/>
                </a:cubicBezTo>
                <a:cubicBezTo>
                  <a:pt x="105" y="17"/>
                  <a:pt x="117" y="13"/>
                  <a:pt x="130" y="9"/>
                </a:cubicBezTo>
                <a:cubicBezTo>
                  <a:pt x="143" y="6"/>
                  <a:pt x="156" y="4"/>
                  <a:pt x="170" y="2"/>
                </a:cubicBezTo>
                <a:cubicBezTo>
                  <a:pt x="184" y="0"/>
                  <a:pt x="197" y="0"/>
                  <a:pt x="211" y="0"/>
                </a:cubicBezTo>
                <a:lnTo>
                  <a:pt x="33655" y="0"/>
                </a:lnTo>
                <a:cubicBezTo>
                  <a:pt x="33669" y="0"/>
                  <a:pt x="33683" y="0"/>
                  <a:pt x="33697" y="2"/>
                </a:cubicBezTo>
                <a:cubicBezTo>
                  <a:pt x="33710" y="4"/>
                  <a:pt x="33724" y="6"/>
                  <a:pt x="33736" y="9"/>
                </a:cubicBezTo>
                <a:cubicBezTo>
                  <a:pt x="33749" y="13"/>
                  <a:pt x="33762" y="17"/>
                  <a:pt x="33773" y="21"/>
                </a:cubicBezTo>
                <a:cubicBezTo>
                  <a:pt x="33785" y="26"/>
                  <a:pt x="33795" y="31"/>
                  <a:pt x="33805" y="37"/>
                </a:cubicBezTo>
                <a:cubicBezTo>
                  <a:pt x="33815" y="43"/>
                  <a:pt x="33824" y="50"/>
                  <a:pt x="33831" y="57"/>
                </a:cubicBezTo>
                <a:cubicBezTo>
                  <a:pt x="33839" y="64"/>
                  <a:pt x="33846" y="71"/>
                  <a:pt x="33851" y="79"/>
                </a:cubicBezTo>
                <a:cubicBezTo>
                  <a:pt x="33856" y="87"/>
                  <a:pt x="33860" y="95"/>
                  <a:pt x="33863" y="103"/>
                </a:cubicBezTo>
                <a:cubicBezTo>
                  <a:pt x="33866" y="111"/>
                  <a:pt x="33867" y="120"/>
                  <a:pt x="33867" y="128"/>
                </a:cubicBezTo>
                <a:lnTo>
                  <a:pt x="33867" y="18922"/>
                </a:lnTo>
                <a:cubicBezTo>
                  <a:pt x="33867" y="18930"/>
                  <a:pt x="33866" y="18939"/>
                  <a:pt x="33863" y="18947"/>
                </a:cubicBezTo>
                <a:cubicBezTo>
                  <a:pt x="33860" y="18955"/>
                  <a:pt x="33856" y="18963"/>
                  <a:pt x="33851" y="18971"/>
                </a:cubicBezTo>
                <a:cubicBezTo>
                  <a:pt x="33846" y="18979"/>
                  <a:pt x="33839" y="18986"/>
                  <a:pt x="33831" y="18993"/>
                </a:cubicBezTo>
                <a:cubicBezTo>
                  <a:pt x="33824" y="19000"/>
                  <a:pt x="33815" y="19007"/>
                  <a:pt x="33805" y="19013"/>
                </a:cubicBezTo>
                <a:cubicBezTo>
                  <a:pt x="33795" y="19019"/>
                  <a:pt x="33785" y="19024"/>
                  <a:pt x="33773" y="19029"/>
                </a:cubicBezTo>
                <a:cubicBezTo>
                  <a:pt x="33762" y="19033"/>
                  <a:pt x="33749" y="19037"/>
                  <a:pt x="33736" y="19041"/>
                </a:cubicBezTo>
                <a:cubicBezTo>
                  <a:pt x="33724" y="19044"/>
                  <a:pt x="33710" y="19046"/>
                  <a:pt x="33697" y="19048"/>
                </a:cubicBezTo>
                <a:cubicBezTo>
                  <a:pt x="33683" y="19050"/>
                  <a:pt x="33669" y="19050"/>
                  <a:pt x="33655" y="19050"/>
                </a:cubicBezTo>
                <a:lnTo>
                  <a:pt x="211" y="19050"/>
                </a:lnTo>
                <a:cubicBezTo>
                  <a:pt x="197" y="19050"/>
                  <a:pt x="184" y="19050"/>
                  <a:pt x="170" y="19048"/>
                </a:cubicBezTo>
                <a:cubicBezTo>
                  <a:pt x="156" y="19046"/>
                  <a:pt x="143" y="19044"/>
                  <a:pt x="130" y="19041"/>
                </a:cubicBezTo>
                <a:cubicBezTo>
                  <a:pt x="117" y="19037"/>
                  <a:pt x="105" y="19033"/>
                  <a:pt x="94" y="19029"/>
                </a:cubicBezTo>
                <a:cubicBezTo>
                  <a:pt x="82" y="19024"/>
                  <a:pt x="71" y="19019"/>
                  <a:pt x="61" y="19013"/>
                </a:cubicBezTo>
                <a:cubicBezTo>
                  <a:pt x="52" y="19007"/>
                  <a:pt x="43" y="19000"/>
                  <a:pt x="35" y="18993"/>
                </a:cubicBezTo>
                <a:cubicBezTo>
                  <a:pt x="27" y="18986"/>
                  <a:pt x="21" y="18979"/>
                  <a:pt x="16" y="18971"/>
                </a:cubicBezTo>
                <a:cubicBezTo>
                  <a:pt x="10" y="18963"/>
                  <a:pt x="6" y="18955"/>
                  <a:pt x="4" y="18947"/>
                </a:cubicBezTo>
                <a:cubicBezTo>
                  <a:pt x="1" y="18939"/>
                  <a:pt x="0" y="18930"/>
                  <a:pt x="0" y="1892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任意多边形: 形状 155"/>
          <p:cNvSpPr/>
          <p:nvPr/>
        </p:nvSpPr>
        <p:spPr>
          <a:xfrm>
            <a:off x="6305400" y="933120"/>
            <a:ext cx="5315400" cy="852480"/>
          </a:xfrm>
          <a:custGeom>
            <a:avLst/>
            <a:gdLst/>
            <a:ahLst/>
            <a:cxnLst/>
            <a:rect l="0" t="0" r="r" b="b"/>
            <a:pathLst>
              <a:path w="14765" h="2368">
                <a:moveTo>
                  <a:pt x="0" y="2207"/>
                </a:moveTo>
                <a:lnTo>
                  <a:pt x="0" y="161"/>
                </a:lnTo>
                <a:cubicBezTo>
                  <a:pt x="0" y="151"/>
                  <a:pt x="1" y="140"/>
                  <a:pt x="4" y="130"/>
                </a:cubicBezTo>
                <a:cubicBezTo>
                  <a:pt x="7" y="119"/>
                  <a:pt x="11" y="109"/>
                  <a:pt x="16" y="100"/>
                </a:cubicBezTo>
                <a:cubicBezTo>
                  <a:pt x="21" y="90"/>
                  <a:pt x="28" y="80"/>
                  <a:pt x="36" y="72"/>
                </a:cubicBezTo>
                <a:cubicBezTo>
                  <a:pt x="43" y="63"/>
                  <a:pt x="52" y="55"/>
                  <a:pt x="62" y="47"/>
                </a:cubicBezTo>
                <a:cubicBezTo>
                  <a:pt x="72" y="40"/>
                  <a:pt x="82" y="33"/>
                  <a:pt x="94" y="27"/>
                </a:cubicBezTo>
                <a:cubicBezTo>
                  <a:pt x="106" y="21"/>
                  <a:pt x="118" y="16"/>
                  <a:pt x="131" y="12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2" y="0"/>
                </a:cubicBezTo>
                <a:lnTo>
                  <a:pt x="14500" y="0"/>
                </a:lnTo>
                <a:cubicBezTo>
                  <a:pt x="14517" y="0"/>
                  <a:pt x="14535" y="1"/>
                  <a:pt x="14552" y="3"/>
                </a:cubicBezTo>
                <a:cubicBezTo>
                  <a:pt x="14569" y="5"/>
                  <a:pt x="14585" y="8"/>
                  <a:pt x="14601" y="12"/>
                </a:cubicBezTo>
                <a:cubicBezTo>
                  <a:pt x="14617" y="16"/>
                  <a:pt x="14633" y="21"/>
                  <a:pt x="14647" y="27"/>
                </a:cubicBezTo>
                <a:cubicBezTo>
                  <a:pt x="14662" y="33"/>
                  <a:pt x="14675" y="40"/>
                  <a:pt x="14687" y="47"/>
                </a:cubicBezTo>
                <a:cubicBezTo>
                  <a:pt x="14699" y="55"/>
                  <a:pt x="14710" y="63"/>
                  <a:pt x="14720" y="72"/>
                </a:cubicBezTo>
                <a:cubicBezTo>
                  <a:pt x="14730" y="80"/>
                  <a:pt x="14738" y="90"/>
                  <a:pt x="14745" y="100"/>
                </a:cubicBezTo>
                <a:cubicBezTo>
                  <a:pt x="14751" y="109"/>
                  <a:pt x="14756" y="119"/>
                  <a:pt x="14760" y="130"/>
                </a:cubicBezTo>
                <a:cubicBezTo>
                  <a:pt x="14763" y="140"/>
                  <a:pt x="14765" y="151"/>
                  <a:pt x="14765" y="161"/>
                </a:cubicBezTo>
                <a:lnTo>
                  <a:pt x="14765" y="2207"/>
                </a:lnTo>
                <a:cubicBezTo>
                  <a:pt x="14765" y="2218"/>
                  <a:pt x="14763" y="2228"/>
                  <a:pt x="14760" y="2239"/>
                </a:cubicBezTo>
                <a:cubicBezTo>
                  <a:pt x="14756" y="2249"/>
                  <a:pt x="14751" y="2259"/>
                  <a:pt x="14745" y="2269"/>
                </a:cubicBezTo>
                <a:cubicBezTo>
                  <a:pt x="14738" y="2279"/>
                  <a:pt x="14730" y="2288"/>
                  <a:pt x="14720" y="2297"/>
                </a:cubicBezTo>
                <a:cubicBezTo>
                  <a:pt x="14710" y="2305"/>
                  <a:pt x="14699" y="2314"/>
                  <a:pt x="14687" y="2321"/>
                </a:cubicBezTo>
                <a:cubicBezTo>
                  <a:pt x="14675" y="2329"/>
                  <a:pt x="14662" y="2335"/>
                  <a:pt x="14647" y="2341"/>
                </a:cubicBezTo>
                <a:cubicBezTo>
                  <a:pt x="14633" y="2347"/>
                  <a:pt x="14617" y="2352"/>
                  <a:pt x="14601" y="2356"/>
                </a:cubicBezTo>
                <a:cubicBezTo>
                  <a:pt x="14585" y="2360"/>
                  <a:pt x="14569" y="2363"/>
                  <a:pt x="14552" y="2365"/>
                </a:cubicBezTo>
                <a:cubicBezTo>
                  <a:pt x="14535" y="2367"/>
                  <a:pt x="14517" y="2368"/>
                  <a:pt x="14500" y="2368"/>
                </a:cubicBezTo>
                <a:lnTo>
                  <a:pt x="212" y="2368"/>
                </a:lnTo>
                <a:cubicBezTo>
                  <a:pt x="198" y="2368"/>
                  <a:pt x="184" y="2367"/>
                  <a:pt x="170" y="2365"/>
                </a:cubicBezTo>
                <a:cubicBezTo>
                  <a:pt x="157" y="2363"/>
                  <a:pt x="143" y="2360"/>
                  <a:pt x="131" y="2356"/>
                </a:cubicBezTo>
                <a:cubicBezTo>
                  <a:pt x="118" y="2352"/>
                  <a:pt x="106" y="2347"/>
                  <a:pt x="94" y="2341"/>
                </a:cubicBezTo>
                <a:cubicBezTo>
                  <a:pt x="82" y="2335"/>
                  <a:pt x="72" y="2329"/>
                  <a:pt x="62" y="2321"/>
                </a:cubicBezTo>
                <a:cubicBezTo>
                  <a:pt x="52" y="2314"/>
                  <a:pt x="43" y="2305"/>
                  <a:pt x="36" y="2297"/>
                </a:cubicBezTo>
                <a:cubicBezTo>
                  <a:pt x="28" y="2288"/>
                  <a:pt x="21" y="2279"/>
                  <a:pt x="16" y="2269"/>
                </a:cubicBezTo>
                <a:cubicBezTo>
                  <a:pt x="11" y="2259"/>
                  <a:pt x="7" y="2249"/>
                  <a:pt x="4" y="2239"/>
                </a:cubicBezTo>
                <a:cubicBezTo>
                  <a:pt x="1" y="2228"/>
                  <a:pt x="0" y="2218"/>
                  <a:pt x="0" y="2207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任意多边形: 形状 156"/>
          <p:cNvSpPr/>
          <p:nvPr/>
        </p:nvSpPr>
        <p:spPr>
          <a:xfrm>
            <a:off x="6286320" y="933120"/>
            <a:ext cx="95760" cy="852480"/>
          </a:xfrm>
          <a:custGeom>
            <a:avLst/>
            <a:gdLst/>
            <a:ahLst/>
            <a:cxnLst/>
            <a:rect l="0" t="0" r="r" b="b"/>
            <a:pathLst>
              <a:path w="266" h="2368">
                <a:moveTo>
                  <a:pt x="0" y="0"/>
                </a:moveTo>
                <a:lnTo>
                  <a:pt x="266" y="0"/>
                </a:lnTo>
                <a:lnTo>
                  <a:pt x="266" y="2368"/>
                </a:lnTo>
                <a:lnTo>
                  <a:pt x="0" y="2368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任意多边形: 形状 157"/>
          <p:cNvSpPr/>
          <p:nvPr/>
        </p:nvSpPr>
        <p:spPr>
          <a:xfrm>
            <a:off x="6467400" y="1020240"/>
            <a:ext cx="343080" cy="208800"/>
          </a:xfrm>
          <a:custGeom>
            <a:avLst/>
            <a:gdLst/>
            <a:ahLst/>
            <a:cxnLst/>
            <a:rect l="0" t="0" r="r" b="b"/>
            <a:pathLst>
              <a:path w="953" h="580">
                <a:moveTo>
                  <a:pt x="953" y="290"/>
                </a:moveTo>
                <a:cubicBezTo>
                  <a:pt x="953" y="309"/>
                  <a:pt x="950" y="327"/>
                  <a:pt x="944" y="346"/>
                </a:cubicBezTo>
                <a:cubicBezTo>
                  <a:pt x="938" y="366"/>
                  <a:pt x="929" y="384"/>
                  <a:pt x="917" y="401"/>
                </a:cubicBezTo>
                <a:cubicBezTo>
                  <a:pt x="905" y="419"/>
                  <a:pt x="890" y="436"/>
                  <a:pt x="873" y="452"/>
                </a:cubicBezTo>
                <a:cubicBezTo>
                  <a:pt x="856" y="467"/>
                  <a:pt x="836" y="482"/>
                  <a:pt x="814" y="495"/>
                </a:cubicBezTo>
                <a:cubicBezTo>
                  <a:pt x="792" y="509"/>
                  <a:pt x="768" y="521"/>
                  <a:pt x="742" y="532"/>
                </a:cubicBezTo>
                <a:cubicBezTo>
                  <a:pt x="716" y="542"/>
                  <a:pt x="688" y="551"/>
                  <a:pt x="659" y="558"/>
                </a:cubicBezTo>
                <a:cubicBezTo>
                  <a:pt x="630" y="566"/>
                  <a:pt x="601" y="571"/>
                  <a:pt x="569" y="575"/>
                </a:cubicBezTo>
                <a:cubicBezTo>
                  <a:pt x="538" y="579"/>
                  <a:pt x="507" y="580"/>
                  <a:pt x="476" y="580"/>
                </a:cubicBezTo>
                <a:cubicBezTo>
                  <a:pt x="445" y="580"/>
                  <a:pt x="414" y="579"/>
                  <a:pt x="383" y="575"/>
                </a:cubicBezTo>
                <a:cubicBezTo>
                  <a:pt x="352" y="571"/>
                  <a:pt x="323" y="566"/>
                  <a:pt x="294" y="558"/>
                </a:cubicBezTo>
                <a:cubicBezTo>
                  <a:pt x="265" y="551"/>
                  <a:pt x="237" y="542"/>
                  <a:pt x="211" y="532"/>
                </a:cubicBezTo>
                <a:cubicBezTo>
                  <a:pt x="185" y="521"/>
                  <a:pt x="161" y="509"/>
                  <a:pt x="139" y="495"/>
                </a:cubicBezTo>
                <a:cubicBezTo>
                  <a:pt x="117" y="482"/>
                  <a:pt x="97" y="467"/>
                  <a:pt x="80" y="452"/>
                </a:cubicBezTo>
                <a:cubicBezTo>
                  <a:pt x="63" y="436"/>
                  <a:pt x="48" y="419"/>
                  <a:pt x="36" y="401"/>
                </a:cubicBezTo>
                <a:cubicBezTo>
                  <a:pt x="24" y="384"/>
                  <a:pt x="15" y="366"/>
                  <a:pt x="9" y="346"/>
                </a:cubicBezTo>
                <a:cubicBezTo>
                  <a:pt x="3" y="327"/>
                  <a:pt x="0" y="309"/>
                  <a:pt x="0" y="290"/>
                </a:cubicBezTo>
                <a:cubicBezTo>
                  <a:pt x="0" y="270"/>
                  <a:pt x="3" y="252"/>
                  <a:pt x="9" y="233"/>
                </a:cubicBezTo>
                <a:cubicBezTo>
                  <a:pt x="15" y="214"/>
                  <a:pt x="24" y="196"/>
                  <a:pt x="36" y="179"/>
                </a:cubicBezTo>
                <a:cubicBezTo>
                  <a:pt x="48" y="161"/>
                  <a:pt x="63" y="144"/>
                  <a:pt x="80" y="128"/>
                </a:cubicBezTo>
                <a:cubicBezTo>
                  <a:pt x="97" y="113"/>
                  <a:pt x="117" y="98"/>
                  <a:pt x="139" y="85"/>
                </a:cubicBezTo>
                <a:cubicBezTo>
                  <a:pt x="161" y="71"/>
                  <a:pt x="185" y="59"/>
                  <a:pt x="211" y="48"/>
                </a:cubicBezTo>
                <a:cubicBezTo>
                  <a:pt x="237" y="38"/>
                  <a:pt x="265" y="29"/>
                  <a:pt x="294" y="22"/>
                </a:cubicBezTo>
                <a:cubicBezTo>
                  <a:pt x="323" y="14"/>
                  <a:pt x="352" y="9"/>
                  <a:pt x="383" y="5"/>
                </a:cubicBezTo>
                <a:cubicBezTo>
                  <a:pt x="414" y="2"/>
                  <a:pt x="445" y="0"/>
                  <a:pt x="476" y="0"/>
                </a:cubicBezTo>
                <a:cubicBezTo>
                  <a:pt x="507" y="0"/>
                  <a:pt x="538" y="2"/>
                  <a:pt x="569" y="5"/>
                </a:cubicBezTo>
                <a:cubicBezTo>
                  <a:pt x="601" y="9"/>
                  <a:pt x="630" y="14"/>
                  <a:pt x="659" y="22"/>
                </a:cubicBezTo>
                <a:cubicBezTo>
                  <a:pt x="688" y="29"/>
                  <a:pt x="716" y="38"/>
                  <a:pt x="742" y="48"/>
                </a:cubicBezTo>
                <a:cubicBezTo>
                  <a:pt x="768" y="59"/>
                  <a:pt x="792" y="71"/>
                  <a:pt x="814" y="85"/>
                </a:cubicBezTo>
                <a:cubicBezTo>
                  <a:pt x="836" y="98"/>
                  <a:pt x="856" y="113"/>
                  <a:pt x="873" y="128"/>
                </a:cubicBezTo>
                <a:cubicBezTo>
                  <a:pt x="890" y="144"/>
                  <a:pt x="905" y="161"/>
                  <a:pt x="917" y="179"/>
                </a:cubicBezTo>
                <a:cubicBezTo>
                  <a:pt x="929" y="196"/>
                  <a:pt x="938" y="214"/>
                  <a:pt x="944" y="233"/>
                </a:cubicBezTo>
                <a:cubicBezTo>
                  <a:pt x="950" y="252"/>
                  <a:pt x="953" y="270"/>
                  <a:pt x="953" y="290"/>
                </a:cubicBez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文本框 158"/>
          <p:cNvSpPr txBox="1"/>
          <p:nvPr/>
        </p:nvSpPr>
        <p:spPr>
          <a:xfrm>
            <a:off x="2467080" y="4650840"/>
            <a:ext cx="9144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718096"/>
                </a:solidFill>
                <a:effectLst/>
                <a:uFillTx/>
                <a:latin typeface="NotoSansCJKsc"/>
                <a:ea typeface="NotoSansCJKsc"/>
              </a:rPr>
              <a:t>⽤⼾注册与登录界⾯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文本框 159"/>
          <p:cNvSpPr txBox="1"/>
          <p:nvPr/>
        </p:nvSpPr>
        <p:spPr>
          <a:xfrm>
            <a:off x="6585840" y="1060200"/>
            <a:ext cx="1900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7000920" y="1180080"/>
            <a:ext cx="884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⽤⼾注册与登录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文本框 161"/>
          <p:cNvSpPr txBox="1"/>
          <p:nvPr/>
        </p:nvSpPr>
        <p:spPr>
          <a:xfrm>
            <a:off x="7000920" y="1451160"/>
            <a:ext cx="20376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邮箱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文本框 162"/>
          <p:cNvSpPr txBox="1"/>
          <p:nvPr/>
        </p:nvSpPr>
        <p:spPr>
          <a:xfrm>
            <a:off x="7343640" y="1453320"/>
            <a:ext cx="171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2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/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任意多边形: 形状 163"/>
          <p:cNvSpPr/>
          <p:nvPr/>
        </p:nvSpPr>
        <p:spPr>
          <a:xfrm>
            <a:off x="6305400" y="1901160"/>
            <a:ext cx="5315400" cy="852480"/>
          </a:xfrm>
          <a:custGeom>
            <a:avLst/>
            <a:gdLst/>
            <a:ahLst/>
            <a:cxnLst/>
            <a:rect l="0" t="0" r="r" b="b"/>
            <a:pathLst>
              <a:path w="14765" h="2368">
                <a:moveTo>
                  <a:pt x="0" y="2207"/>
                </a:moveTo>
                <a:lnTo>
                  <a:pt x="0" y="161"/>
                </a:lnTo>
                <a:cubicBezTo>
                  <a:pt x="0" y="151"/>
                  <a:pt x="1" y="140"/>
                  <a:pt x="4" y="130"/>
                </a:cubicBezTo>
                <a:cubicBezTo>
                  <a:pt x="7" y="120"/>
                  <a:pt x="11" y="110"/>
                  <a:pt x="16" y="100"/>
                </a:cubicBezTo>
                <a:cubicBezTo>
                  <a:pt x="21" y="90"/>
                  <a:pt x="28" y="81"/>
                  <a:pt x="36" y="72"/>
                </a:cubicBezTo>
                <a:cubicBezTo>
                  <a:pt x="43" y="63"/>
                  <a:pt x="52" y="55"/>
                  <a:pt x="62" y="47"/>
                </a:cubicBezTo>
                <a:cubicBezTo>
                  <a:pt x="72" y="40"/>
                  <a:pt x="82" y="33"/>
                  <a:pt x="94" y="27"/>
                </a:cubicBezTo>
                <a:cubicBezTo>
                  <a:pt x="106" y="22"/>
                  <a:pt x="118" y="17"/>
                  <a:pt x="131" y="13"/>
                </a:cubicBezTo>
                <a:cubicBezTo>
                  <a:pt x="143" y="9"/>
                  <a:pt x="157" y="5"/>
                  <a:pt x="170" y="3"/>
                </a:cubicBezTo>
                <a:cubicBezTo>
                  <a:pt x="184" y="1"/>
                  <a:pt x="198" y="0"/>
                  <a:pt x="212" y="0"/>
                </a:cubicBezTo>
                <a:lnTo>
                  <a:pt x="14500" y="0"/>
                </a:lnTo>
                <a:cubicBezTo>
                  <a:pt x="14517" y="0"/>
                  <a:pt x="14535" y="1"/>
                  <a:pt x="14552" y="3"/>
                </a:cubicBezTo>
                <a:cubicBezTo>
                  <a:pt x="14569" y="5"/>
                  <a:pt x="14585" y="9"/>
                  <a:pt x="14601" y="13"/>
                </a:cubicBezTo>
                <a:cubicBezTo>
                  <a:pt x="14617" y="17"/>
                  <a:pt x="14633" y="22"/>
                  <a:pt x="14647" y="27"/>
                </a:cubicBezTo>
                <a:cubicBezTo>
                  <a:pt x="14662" y="33"/>
                  <a:pt x="14675" y="40"/>
                  <a:pt x="14687" y="47"/>
                </a:cubicBezTo>
                <a:cubicBezTo>
                  <a:pt x="14699" y="55"/>
                  <a:pt x="14710" y="63"/>
                  <a:pt x="14720" y="72"/>
                </a:cubicBezTo>
                <a:cubicBezTo>
                  <a:pt x="14730" y="81"/>
                  <a:pt x="14738" y="90"/>
                  <a:pt x="14745" y="100"/>
                </a:cubicBezTo>
                <a:cubicBezTo>
                  <a:pt x="14751" y="110"/>
                  <a:pt x="14756" y="120"/>
                  <a:pt x="14760" y="130"/>
                </a:cubicBezTo>
                <a:cubicBezTo>
                  <a:pt x="14763" y="140"/>
                  <a:pt x="14765" y="151"/>
                  <a:pt x="14765" y="161"/>
                </a:cubicBezTo>
                <a:lnTo>
                  <a:pt x="14765" y="2207"/>
                </a:lnTo>
                <a:cubicBezTo>
                  <a:pt x="14765" y="2218"/>
                  <a:pt x="14763" y="2228"/>
                  <a:pt x="14760" y="2239"/>
                </a:cubicBezTo>
                <a:cubicBezTo>
                  <a:pt x="14756" y="2249"/>
                  <a:pt x="14751" y="2259"/>
                  <a:pt x="14745" y="2269"/>
                </a:cubicBezTo>
                <a:cubicBezTo>
                  <a:pt x="14738" y="2279"/>
                  <a:pt x="14730" y="2288"/>
                  <a:pt x="14720" y="2297"/>
                </a:cubicBezTo>
                <a:cubicBezTo>
                  <a:pt x="14710" y="2306"/>
                  <a:pt x="14699" y="2314"/>
                  <a:pt x="14687" y="2321"/>
                </a:cubicBezTo>
                <a:cubicBezTo>
                  <a:pt x="14675" y="2329"/>
                  <a:pt x="14662" y="2335"/>
                  <a:pt x="14647" y="2341"/>
                </a:cubicBezTo>
                <a:cubicBezTo>
                  <a:pt x="14633" y="2347"/>
                  <a:pt x="14617" y="2352"/>
                  <a:pt x="14601" y="2356"/>
                </a:cubicBezTo>
                <a:cubicBezTo>
                  <a:pt x="14585" y="2360"/>
                  <a:pt x="14569" y="2363"/>
                  <a:pt x="14552" y="2365"/>
                </a:cubicBezTo>
                <a:cubicBezTo>
                  <a:pt x="14535" y="2367"/>
                  <a:pt x="14517" y="2368"/>
                  <a:pt x="14500" y="2368"/>
                </a:cubicBezTo>
                <a:lnTo>
                  <a:pt x="212" y="2368"/>
                </a:lnTo>
                <a:cubicBezTo>
                  <a:pt x="198" y="2368"/>
                  <a:pt x="184" y="2367"/>
                  <a:pt x="170" y="2365"/>
                </a:cubicBezTo>
                <a:cubicBezTo>
                  <a:pt x="157" y="2363"/>
                  <a:pt x="143" y="2360"/>
                  <a:pt x="131" y="2356"/>
                </a:cubicBezTo>
                <a:cubicBezTo>
                  <a:pt x="118" y="2352"/>
                  <a:pt x="106" y="2347"/>
                  <a:pt x="94" y="2341"/>
                </a:cubicBezTo>
                <a:cubicBezTo>
                  <a:pt x="82" y="2335"/>
                  <a:pt x="72" y="2329"/>
                  <a:pt x="62" y="2321"/>
                </a:cubicBezTo>
                <a:cubicBezTo>
                  <a:pt x="52" y="2314"/>
                  <a:pt x="43" y="2306"/>
                  <a:pt x="36" y="2297"/>
                </a:cubicBezTo>
                <a:cubicBezTo>
                  <a:pt x="28" y="2288"/>
                  <a:pt x="21" y="2279"/>
                  <a:pt x="16" y="2269"/>
                </a:cubicBezTo>
                <a:cubicBezTo>
                  <a:pt x="11" y="2259"/>
                  <a:pt x="7" y="2249"/>
                  <a:pt x="4" y="2239"/>
                </a:cubicBezTo>
                <a:cubicBezTo>
                  <a:pt x="1" y="2228"/>
                  <a:pt x="0" y="2218"/>
                  <a:pt x="0" y="2207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任意多边形: 形状 164"/>
          <p:cNvSpPr/>
          <p:nvPr/>
        </p:nvSpPr>
        <p:spPr>
          <a:xfrm>
            <a:off x="6286320" y="1901160"/>
            <a:ext cx="95760" cy="852480"/>
          </a:xfrm>
          <a:custGeom>
            <a:avLst/>
            <a:gdLst/>
            <a:ahLst/>
            <a:cxnLst/>
            <a:rect l="0" t="0" r="r" b="b"/>
            <a:pathLst>
              <a:path w="266" h="2368">
                <a:moveTo>
                  <a:pt x="0" y="0"/>
                </a:moveTo>
                <a:lnTo>
                  <a:pt x="266" y="0"/>
                </a:lnTo>
                <a:lnTo>
                  <a:pt x="266" y="2368"/>
                </a:lnTo>
                <a:lnTo>
                  <a:pt x="0" y="2368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任意多边形: 形状 165"/>
          <p:cNvSpPr/>
          <p:nvPr/>
        </p:nvSpPr>
        <p:spPr>
          <a:xfrm>
            <a:off x="6467400" y="1988280"/>
            <a:ext cx="343080" cy="209160"/>
          </a:xfrm>
          <a:custGeom>
            <a:avLst/>
            <a:gdLst/>
            <a:ahLst/>
            <a:cxnLst/>
            <a:rect l="0" t="0" r="r" b="b"/>
            <a:pathLst>
              <a:path w="953" h="581">
                <a:moveTo>
                  <a:pt x="953" y="290"/>
                </a:moveTo>
                <a:cubicBezTo>
                  <a:pt x="953" y="309"/>
                  <a:pt x="950" y="328"/>
                  <a:pt x="944" y="346"/>
                </a:cubicBezTo>
                <a:cubicBezTo>
                  <a:pt x="938" y="365"/>
                  <a:pt x="929" y="383"/>
                  <a:pt x="917" y="401"/>
                </a:cubicBezTo>
                <a:cubicBezTo>
                  <a:pt x="905" y="418"/>
                  <a:pt x="890" y="435"/>
                  <a:pt x="873" y="451"/>
                </a:cubicBezTo>
                <a:cubicBezTo>
                  <a:pt x="856" y="467"/>
                  <a:pt x="836" y="481"/>
                  <a:pt x="814" y="495"/>
                </a:cubicBezTo>
                <a:cubicBezTo>
                  <a:pt x="792" y="508"/>
                  <a:pt x="768" y="520"/>
                  <a:pt x="742" y="531"/>
                </a:cubicBezTo>
                <a:cubicBezTo>
                  <a:pt x="716" y="541"/>
                  <a:pt x="688" y="550"/>
                  <a:pt x="659" y="559"/>
                </a:cubicBezTo>
                <a:cubicBezTo>
                  <a:pt x="630" y="566"/>
                  <a:pt x="601" y="571"/>
                  <a:pt x="569" y="575"/>
                </a:cubicBezTo>
                <a:cubicBezTo>
                  <a:pt x="538" y="579"/>
                  <a:pt x="507" y="581"/>
                  <a:pt x="476" y="581"/>
                </a:cubicBezTo>
                <a:cubicBezTo>
                  <a:pt x="445" y="581"/>
                  <a:pt x="414" y="579"/>
                  <a:pt x="383" y="575"/>
                </a:cubicBezTo>
                <a:cubicBezTo>
                  <a:pt x="352" y="571"/>
                  <a:pt x="323" y="566"/>
                  <a:pt x="294" y="559"/>
                </a:cubicBezTo>
                <a:cubicBezTo>
                  <a:pt x="265" y="550"/>
                  <a:pt x="237" y="541"/>
                  <a:pt x="211" y="531"/>
                </a:cubicBezTo>
                <a:cubicBezTo>
                  <a:pt x="185" y="520"/>
                  <a:pt x="161" y="508"/>
                  <a:pt x="139" y="495"/>
                </a:cubicBezTo>
                <a:cubicBezTo>
                  <a:pt x="117" y="481"/>
                  <a:pt x="97" y="467"/>
                  <a:pt x="80" y="451"/>
                </a:cubicBezTo>
                <a:cubicBezTo>
                  <a:pt x="63" y="435"/>
                  <a:pt x="48" y="418"/>
                  <a:pt x="36" y="401"/>
                </a:cubicBezTo>
                <a:cubicBezTo>
                  <a:pt x="24" y="383"/>
                  <a:pt x="15" y="365"/>
                  <a:pt x="9" y="346"/>
                </a:cubicBezTo>
                <a:cubicBezTo>
                  <a:pt x="3" y="328"/>
                  <a:pt x="0" y="309"/>
                  <a:pt x="0" y="290"/>
                </a:cubicBezTo>
                <a:cubicBezTo>
                  <a:pt x="0" y="271"/>
                  <a:pt x="3" y="252"/>
                  <a:pt x="9" y="233"/>
                </a:cubicBezTo>
                <a:cubicBezTo>
                  <a:pt x="15" y="215"/>
                  <a:pt x="24" y="196"/>
                  <a:pt x="36" y="179"/>
                </a:cubicBezTo>
                <a:cubicBezTo>
                  <a:pt x="48" y="161"/>
                  <a:pt x="63" y="145"/>
                  <a:pt x="80" y="129"/>
                </a:cubicBezTo>
                <a:cubicBezTo>
                  <a:pt x="97" y="113"/>
                  <a:pt x="117" y="98"/>
                  <a:pt x="139" y="85"/>
                </a:cubicBezTo>
                <a:cubicBezTo>
                  <a:pt x="161" y="71"/>
                  <a:pt x="185" y="59"/>
                  <a:pt x="211" y="49"/>
                </a:cubicBezTo>
                <a:cubicBezTo>
                  <a:pt x="237" y="38"/>
                  <a:pt x="265" y="29"/>
                  <a:pt x="294" y="22"/>
                </a:cubicBezTo>
                <a:cubicBezTo>
                  <a:pt x="323" y="15"/>
                  <a:pt x="352" y="9"/>
                  <a:pt x="383" y="5"/>
                </a:cubicBezTo>
                <a:cubicBezTo>
                  <a:pt x="414" y="2"/>
                  <a:pt x="445" y="0"/>
                  <a:pt x="476" y="0"/>
                </a:cubicBezTo>
                <a:cubicBezTo>
                  <a:pt x="507" y="0"/>
                  <a:pt x="538" y="2"/>
                  <a:pt x="569" y="5"/>
                </a:cubicBezTo>
                <a:cubicBezTo>
                  <a:pt x="601" y="9"/>
                  <a:pt x="630" y="15"/>
                  <a:pt x="659" y="22"/>
                </a:cubicBezTo>
                <a:cubicBezTo>
                  <a:pt x="688" y="29"/>
                  <a:pt x="716" y="38"/>
                  <a:pt x="742" y="49"/>
                </a:cubicBezTo>
                <a:cubicBezTo>
                  <a:pt x="768" y="59"/>
                  <a:pt x="792" y="71"/>
                  <a:pt x="814" y="85"/>
                </a:cubicBezTo>
                <a:cubicBezTo>
                  <a:pt x="836" y="98"/>
                  <a:pt x="856" y="113"/>
                  <a:pt x="873" y="129"/>
                </a:cubicBezTo>
                <a:cubicBezTo>
                  <a:pt x="890" y="145"/>
                  <a:pt x="905" y="161"/>
                  <a:pt x="917" y="179"/>
                </a:cubicBezTo>
                <a:cubicBezTo>
                  <a:pt x="929" y="196"/>
                  <a:pt x="938" y="215"/>
                  <a:pt x="944" y="233"/>
                </a:cubicBezTo>
                <a:cubicBezTo>
                  <a:pt x="950" y="252"/>
                  <a:pt x="953" y="271"/>
                  <a:pt x="953" y="290"/>
                </a:cubicBez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文本框 166"/>
          <p:cNvSpPr txBox="1"/>
          <p:nvPr/>
        </p:nvSpPr>
        <p:spPr>
          <a:xfrm>
            <a:off x="7391520" y="1451160"/>
            <a:ext cx="162504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社交账号注册，</a:t>
            </a:r>
            <a:r>
              <a:rPr lang="zh-CN" sz="8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中国区需绑定⼿机号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文本框 167"/>
          <p:cNvSpPr txBox="1"/>
          <p:nvPr/>
        </p:nvSpPr>
        <p:spPr>
          <a:xfrm>
            <a:off x="6585840" y="2028240"/>
            <a:ext cx="1900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文本框 168"/>
          <p:cNvSpPr txBox="1"/>
          <p:nvPr/>
        </p:nvSpPr>
        <p:spPr>
          <a:xfrm>
            <a:off x="7000920" y="2148480"/>
            <a:ext cx="505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⽔平测试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文本框 169"/>
          <p:cNvSpPr txBox="1"/>
          <p:nvPr/>
        </p:nvSpPr>
        <p:spPr>
          <a:xfrm>
            <a:off x="7000920" y="2419200"/>
            <a:ext cx="71136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帮助者资格认证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文本框 170"/>
          <p:cNvSpPr txBox="1"/>
          <p:nvPr/>
        </p:nvSpPr>
        <p:spPr>
          <a:xfrm>
            <a:off x="8201160" y="2421360"/>
            <a:ext cx="1936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2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 + 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任意多边形: 形状 171"/>
          <p:cNvSpPr/>
          <p:nvPr/>
        </p:nvSpPr>
        <p:spPr>
          <a:xfrm>
            <a:off x="6305400" y="2869560"/>
            <a:ext cx="5315400" cy="852480"/>
          </a:xfrm>
          <a:custGeom>
            <a:avLst/>
            <a:gdLst/>
            <a:ahLst/>
            <a:cxnLst/>
            <a:rect l="0" t="0" r="r" b="b"/>
            <a:pathLst>
              <a:path w="14765" h="2368">
                <a:moveTo>
                  <a:pt x="0" y="2207"/>
                </a:moveTo>
                <a:lnTo>
                  <a:pt x="0" y="161"/>
                </a:lnTo>
                <a:cubicBezTo>
                  <a:pt x="0" y="150"/>
                  <a:pt x="1" y="140"/>
                  <a:pt x="4" y="129"/>
                </a:cubicBezTo>
                <a:cubicBezTo>
                  <a:pt x="7" y="119"/>
                  <a:pt x="11" y="109"/>
                  <a:pt x="16" y="99"/>
                </a:cubicBezTo>
                <a:cubicBezTo>
                  <a:pt x="21" y="89"/>
                  <a:pt x="28" y="80"/>
                  <a:pt x="36" y="71"/>
                </a:cubicBezTo>
                <a:cubicBezTo>
                  <a:pt x="43" y="62"/>
                  <a:pt x="52" y="54"/>
                  <a:pt x="62" y="47"/>
                </a:cubicBezTo>
                <a:cubicBezTo>
                  <a:pt x="72" y="39"/>
                  <a:pt x="82" y="33"/>
                  <a:pt x="94" y="27"/>
                </a:cubicBezTo>
                <a:cubicBezTo>
                  <a:pt x="106" y="21"/>
                  <a:pt x="118" y="16"/>
                  <a:pt x="131" y="12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2" y="0"/>
                </a:cubicBezTo>
                <a:lnTo>
                  <a:pt x="14500" y="0"/>
                </a:lnTo>
                <a:cubicBezTo>
                  <a:pt x="14517" y="0"/>
                  <a:pt x="14535" y="1"/>
                  <a:pt x="14552" y="3"/>
                </a:cubicBezTo>
                <a:cubicBezTo>
                  <a:pt x="14569" y="5"/>
                  <a:pt x="14585" y="8"/>
                  <a:pt x="14601" y="12"/>
                </a:cubicBezTo>
                <a:cubicBezTo>
                  <a:pt x="14617" y="16"/>
                  <a:pt x="14633" y="21"/>
                  <a:pt x="14647" y="27"/>
                </a:cubicBezTo>
                <a:cubicBezTo>
                  <a:pt x="14662" y="33"/>
                  <a:pt x="14675" y="39"/>
                  <a:pt x="14687" y="47"/>
                </a:cubicBezTo>
                <a:cubicBezTo>
                  <a:pt x="14699" y="54"/>
                  <a:pt x="14710" y="62"/>
                  <a:pt x="14720" y="71"/>
                </a:cubicBezTo>
                <a:cubicBezTo>
                  <a:pt x="14730" y="80"/>
                  <a:pt x="14738" y="89"/>
                  <a:pt x="14745" y="99"/>
                </a:cubicBezTo>
                <a:cubicBezTo>
                  <a:pt x="14751" y="109"/>
                  <a:pt x="14756" y="119"/>
                  <a:pt x="14760" y="129"/>
                </a:cubicBezTo>
                <a:cubicBezTo>
                  <a:pt x="14763" y="140"/>
                  <a:pt x="14765" y="150"/>
                  <a:pt x="14765" y="161"/>
                </a:cubicBezTo>
                <a:lnTo>
                  <a:pt x="14765" y="2207"/>
                </a:lnTo>
                <a:cubicBezTo>
                  <a:pt x="14765" y="2217"/>
                  <a:pt x="14763" y="2228"/>
                  <a:pt x="14760" y="2238"/>
                </a:cubicBezTo>
                <a:cubicBezTo>
                  <a:pt x="14756" y="2248"/>
                  <a:pt x="14751" y="2259"/>
                  <a:pt x="14745" y="2268"/>
                </a:cubicBezTo>
                <a:cubicBezTo>
                  <a:pt x="14738" y="2278"/>
                  <a:pt x="14730" y="2287"/>
                  <a:pt x="14720" y="2296"/>
                </a:cubicBezTo>
                <a:cubicBezTo>
                  <a:pt x="14710" y="2305"/>
                  <a:pt x="14699" y="2313"/>
                  <a:pt x="14687" y="2321"/>
                </a:cubicBezTo>
                <a:cubicBezTo>
                  <a:pt x="14675" y="2328"/>
                  <a:pt x="14662" y="2335"/>
                  <a:pt x="14647" y="2341"/>
                </a:cubicBezTo>
                <a:cubicBezTo>
                  <a:pt x="14633" y="2346"/>
                  <a:pt x="14617" y="2351"/>
                  <a:pt x="14601" y="2355"/>
                </a:cubicBezTo>
                <a:cubicBezTo>
                  <a:pt x="14585" y="2359"/>
                  <a:pt x="14569" y="2363"/>
                  <a:pt x="14552" y="2365"/>
                </a:cubicBezTo>
                <a:cubicBezTo>
                  <a:pt x="14535" y="2367"/>
                  <a:pt x="14517" y="2368"/>
                  <a:pt x="14500" y="2368"/>
                </a:cubicBezTo>
                <a:lnTo>
                  <a:pt x="212" y="2368"/>
                </a:lnTo>
                <a:cubicBezTo>
                  <a:pt x="198" y="2368"/>
                  <a:pt x="184" y="2367"/>
                  <a:pt x="170" y="2365"/>
                </a:cubicBezTo>
                <a:cubicBezTo>
                  <a:pt x="157" y="2363"/>
                  <a:pt x="143" y="2359"/>
                  <a:pt x="131" y="2355"/>
                </a:cubicBezTo>
                <a:cubicBezTo>
                  <a:pt x="118" y="2351"/>
                  <a:pt x="106" y="2346"/>
                  <a:pt x="94" y="2341"/>
                </a:cubicBezTo>
                <a:cubicBezTo>
                  <a:pt x="82" y="2335"/>
                  <a:pt x="72" y="2328"/>
                  <a:pt x="62" y="2321"/>
                </a:cubicBezTo>
                <a:cubicBezTo>
                  <a:pt x="52" y="2313"/>
                  <a:pt x="43" y="2305"/>
                  <a:pt x="36" y="2296"/>
                </a:cubicBezTo>
                <a:cubicBezTo>
                  <a:pt x="28" y="2287"/>
                  <a:pt x="21" y="2278"/>
                  <a:pt x="16" y="2268"/>
                </a:cubicBezTo>
                <a:cubicBezTo>
                  <a:pt x="11" y="2259"/>
                  <a:pt x="7" y="2248"/>
                  <a:pt x="4" y="2238"/>
                </a:cubicBezTo>
                <a:cubicBezTo>
                  <a:pt x="1" y="2228"/>
                  <a:pt x="0" y="2217"/>
                  <a:pt x="0" y="2207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任意多边形: 形状 172"/>
          <p:cNvSpPr/>
          <p:nvPr/>
        </p:nvSpPr>
        <p:spPr>
          <a:xfrm>
            <a:off x="6286320" y="2869560"/>
            <a:ext cx="95760" cy="852480"/>
          </a:xfrm>
          <a:custGeom>
            <a:avLst/>
            <a:gdLst/>
            <a:ahLst/>
            <a:cxnLst/>
            <a:rect l="0" t="0" r="r" b="b"/>
            <a:pathLst>
              <a:path w="266" h="2368">
                <a:moveTo>
                  <a:pt x="0" y="0"/>
                </a:moveTo>
                <a:lnTo>
                  <a:pt x="266" y="0"/>
                </a:lnTo>
                <a:lnTo>
                  <a:pt x="266" y="2368"/>
                </a:lnTo>
                <a:lnTo>
                  <a:pt x="0" y="2368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任意多边形: 形状 173"/>
          <p:cNvSpPr/>
          <p:nvPr/>
        </p:nvSpPr>
        <p:spPr>
          <a:xfrm>
            <a:off x="6467400" y="2956320"/>
            <a:ext cx="343080" cy="209160"/>
          </a:xfrm>
          <a:custGeom>
            <a:avLst/>
            <a:gdLst/>
            <a:ahLst/>
            <a:cxnLst/>
            <a:rect l="0" t="0" r="r" b="b"/>
            <a:pathLst>
              <a:path w="953" h="581">
                <a:moveTo>
                  <a:pt x="953" y="291"/>
                </a:moveTo>
                <a:cubicBezTo>
                  <a:pt x="953" y="310"/>
                  <a:pt x="950" y="329"/>
                  <a:pt x="944" y="347"/>
                </a:cubicBezTo>
                <a:cubicBezTo>
                  <a:pt x="938" y="366"/>
                  <a:pt x="929" y="384"/>
                  <a:pt x="917" y="402"/>
                </a:cubicBezTo>
                <a:cubicBezTo>
                  <a:pt x="905" y="419"/>
                  <a:pt x="890" y="436"/>
                  <a:pt x="873" y="452"/>
                </a:cubicBezTo>
                <a:cubicBezTo>
                  <a:pt x="856" y="468"/>
                  <a:pt x="836" y="482"/>
                  <a:pt x="814" y="496"/>
                </a:cubicBezTo>
                <a:cubicBezTo>
                  <a:pt x="792" y="509"/>
                  <a:pt x="768" y="521"/>
                  <a:pt x="742" y="532"/>
                </a:cubicBezTo>
                <a:cubicBezTo>
                  <a:pt x="716" y="543"/>
                  <a:pt x="688" y="551"/>
                  <a:pt x="659" y="559"/>
                </a:cubicBezTo>
                <a:cubicBezTo>
                  <a:pt x="630" y="566"/>
                  <a:pt x="601" y="572"/>
                  <a:pt x="569" y="575"/>
                </a:cubicBezTo>
                <a:cubicBezTo>
                  <a:pt x="538" y="579"/>
                  <a:pt x="507" y="581"/>
                  <a:pt x="476" y="581"/>
                </a:cubicBezTo>
                <a:cubicBezTo>
                  <a:pt x="445" y="581"/>
                  <a:pt x="414" y="579"/>
                  <a:pt x="383" y="575"/>
                </a:cubicBezTo>
                <a:cubicBezTo>
                  <a:pt x="352" y="572"/>
                  <a:pt x="323" y="566"/>
                  <a:pt x="294" y="559"/>
                </a:cubicBezTo>
                <a:cubicBezTo>
                  <a:pt x="265" y="551"/>
                  <a:pt x="237" y="543"/>
                  <a:pt x="211" y="532"/>
                </a:cubicBezTo>
                <a:cubicBezTo>
                  <a:pt x="185" y="521"/>
                  <a:pt x="161" y="509"/>
                  <a:pt x="139" y="496"/>
                </a:cubicBezTo>
                <a:cubicBezTo>
                  <a:pt x="117" y="482"/>
                  <a:pt x="97" y="468"/>
                  <a:pt x="80" y="452"/>
                </a:cubicBezTo>
                <a:cubicBezTo>
                  <a:pt x="63" y="436"/>
                  <a:pt x="48" y="419"/>
                  <a:pt x="36" y="402"/>
                </a:cubicBezTo>
                <a:cubicBezTo>
                  <a:pt x="24" y="384"/>
                  <a:pt x="15" y="366"/>
                  <a:pt x="9" y="347"/>
                </a:cubicBezTo>
                <a:cubicBezTo>
                  <a:pt x="3" y="329"/>
                  <a:pt x="0" y="310"/>
                  <a:pt x="0" y="291"/>
                </a:cubicBezTo>
                <a:cubicBezTo>
                  <a:pt x="0" y="272"/>
                  <a:pt x="3" y="253"/>
                  <a:pt x="9" y="234"/>
                </a:cubicBezTo>
                <a:cubicBezTo>
                  <a:pt x="15" y="216"/>
                  <a:pt x="24" y="198"/>
                  <a:pt x="36" y="179"/>
                </a:cubicBezTo>
                <a:cubicBezTo>
                  <a:pt x="48" y="161"/>
                  <a:pt x="63" y="145"/>
                  <a:pt x="80" y="129"/>
                </a:cubicBezTo>
                <a:cubicBezTo>
                  <a:pt x="97" y="113"/>
                  <a:pt x="117" y="98"/>
                  <a:pt x="139" y="85"/>
                </a:cubicBezTo>
                <a:cubicBezTo>
                  <a:pt x="161" y="72"/>
                  <a:pt x="185" y="60"/>
                  <a:pt x="211" y="49"/>
                </a:cubicBezTo>
                <a:cubicBezTo>
                  <a:pt x="237" y="38"/>
                  <a:pt x="265" y="29"/>
                  <a:pt x="294" y="22"/>
                </a:cubicBezTo>
                <a:cubicBezTo>
                  <a:pt x="323" y="15"/>
                  <a:pt x="352" y="9"/>
                  <a:pt x="383" y="6"/>
                </a:cubicBezTo>
                <a:cubicBezTo>
                  <a:pt x="414" y="2"/>
                  <a:pt x="445" y="0"/>
                  <a:pt x="476" y="0"/>
                </a:cubicBezTo>
                <a:cubicBezTo>
                  <a:pt x="507" y="0"/>
                  <a:pt x="538" y="2"/>
                  <a:pt x="569" y="6"/>
                </a:cubicBezTo>
                <a:cubicBezTo>
                  <a:pt x="601" y="9"/>
                  <a:pt x="630" y="15"/>
                  <a:pt x="659" y="22"/>
                </a:cubicBezTo>
                <a:cubicBezTo>
                  <a:pt x="688" y="29"/>
                  <a:pt x="716" y="38"/>
                  <a:pt x="742" y="49"/>
                </a:cubicBezTo>
                <a:cubicBezTo>
                  <a:pt x="768" y="60"/>
                  <a:pt x="792" y="72"/>
                  <a:pt x="814" y="85"/>
                </a:cubicBezTo>
                <a:cubicBezTo>
                  <a:pt x="836" y="98"/>
                  <a:pt x="856" y="113"/>
                  <a:pt x="873" y="129"/>
                </a:cubicBezTo>
                <a:cubicBezTo>
                  <a:pt x="890" y="145"/>
                  <a:pt x="905" y="161"/>
                  <a:pt x="917" y="179"/>
                </a:cubicBezTo>
                <a:cubicBezTo>
                  <a:pt x="929" y="198"/>
                  <a:pt x="938" y="216"/>
                  <a:pt x="944" y="234"/>
                </a:cubicBezTo>
                <a:cubicBezTo>
                  <a:pt x="950" y="253"/>
                  <a:pt x="953" y="272"/>
                  <a:pt x="953" y="291"/>
                </a:cubicBez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文本框 174"/>
          <p:cNvSpPr txBox="1"/>
          <p:nvPr/>
        </p:nvSpPr>
        <p:spPr>
          <a:xfrm>
            <a:off x="8396280" y="2419200"/>
            <a:ext cx="81288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⽤⼾⼼理状态评估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文本框 175"/>
          <p:cNvSpPr txBox="1"/>
          <p:nvPr/>
        </p:nvSpPr>
        <p:spPr>
          <a:xfrm>
            <a:off x="6585840" y="2996640"/>
            <a:ext cx="1900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3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文本框 176"/>
          <p:cNvSpPr txBox="1"/>
          <p:nvPr/>
        </p:nvSpPr>
        <p:spPr>
          <a:xfrm>
            <a:off x="7000920" y="3116520"/>
            <a:ext cx="63180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个性化咨询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文本框 177"/>
          <p:cNvSpPr txBox="1"/>
          <p:nvPr/>
        </p:nvSpPr>
        <p:spPr>
          <a:xfrm>
            <a:off x="7000920" y="3387240"/>
            <a:ext cx="71136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基于</a:t>
            </a:r>
            <a:r>
              <a:rPr lang="zh-CN" sz="8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不开⼼指数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文本框 178"/>
          <p:cNvSpPr txBox="1"/>
          <p:nvPr/>
        </p:nvSpPr>
        <p:spPr>
          <a:xfrm>
            <a:off x="8201160" y="3389760"/>
            <a:ext cx="4518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2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(1-10)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任意多边形: 形状 179"/>
          <p:cNvSpPr/>
          <p:nvPr/>
        </p:nvSpPr>
        <p:spPr>
          <a:xfrm>
            <a:off x="6305400" y="3837600"/>
            <a:ext cx="5315400" cy="852480"/>
          </a:xfrm>
          <a:custGeom>
            <a:avLst/>
            <a:gdLst/>
            <a:ahLst/>
            <a:cxnLst/>
            <a:rect l="0" t="0" r="r" b="b"/>
            <a:pathLst>
              <a:path w="14765" h="2368">
                <a:moveTo>
                  <a:pt x="0" y="2206"/>
                </a:moveTo>
                <a:lnTo>
                  <a:pt x="0" y="161"/>
                </a:lnTo>
                <a:cubicBezTo>
                  <a:pt x="0" y="150"/>
                  <a:pt x="1" y="140"/>
                  <a:pt x="4" y="129"/>
                </a:cubicBezTo>
                <a:cubicBezTo>
                  <a:pt x="7" y="119"/>
                  <a:pt x="11" y="109"/>
                  <a:pt x="16" y="99"/>
                </a:cubicBezTo>
                <a:cubicBezTo>
                  <a:pt x="21" y="89"/>
                  <a:pt x="28" y="80"/>
                  <a:pt x="36" y="71"/>
                </a:cubicBezTo>
                <a:cubicBezTo>
                  <a:pt x="43" y="63"/>
                  <a:pt x="52" y="54"/>
                  <a:pt x="62" y="47"/>
                </a:cubicBezTo>
                <a:cubicBezTo>
                  <a:pt x="72" y="39"/>
                  <a:pt x="82" y="33"/>
                  <a:pt x="94" y="27"/>
                </a:cubicBezTo>
                <a:cubicBezTo>
                  <a:pt x="106" y="21"/>
                  <a:pt x="118" y="16"/>
                  <a:pt x="131" y="12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2" y="0"/>
                </a:cubicBezTo>
                <a:lnTo>
                  <a:pt x="14500" y="0"/>
                </a:lnTo>
                <a:cubicBezTo>
                  <a:pt x="14517" y="0"/>
                  <a:pt x="14535" y="1"/>
                  <a:pt x="14552" y="3"/>
                </a:cubicBezTo>
                <a:cubicBezTo>
                  <a:pt x="14569" y="5"/>
                  <a:pt x="14585" y="8"/>
                  <a:pt x="14601" y="12"/>
                </a:cubicBezTo>
                <a:cubicBezTo>
                  <a:pt x="14617" y="16"/>
                  <a:pt x="14633" y="21"/>
                  <a:pt x="14647" y="27"/>
                </a:cubicBezTo>
                <a:cubicBezTo>
                  <a:pt x="14662" y="33"/>
                  <a:pt x="14675" y="39"/>
                  <a:pt x="14687" y="47"/>
                </a:cubicBezTo>
                <a:cubicBezTo>
                  <a:pt x="14699" y="54"/>
                  <a:pt x="14710" y="63"/>
                  <a:pt x="14720" y="71"/>
                </a:cubicBezTo>
                <a:cubicBezTo>
                  <a:pt x="14730" y="80"/>
                  <a:pt x="14738" y="89"/>
                  <a:pt x="14745" y="99"/>
                </a:cubicBezTo>
                <a:cubicBezTo>
                  <a:pt x="14751" y="109"/>
                  <a:pt x="14756" y="119"/>
                  <a:pt x="14760" y="129"/>
                </a:cubicBezTo>
                <a:cubicBezTo>
                  <a:pt x="14763" y="140"/>
                  <a:pt x="14765" y="150"/>
                  <a:pt x="14765" y="161"/>
                </a:cubicBezTo>
                <a:lnTo>
                  <a:pt x="14765" y="2206"/>
                </a:lnTo>
                <a:cubicBezTo>
                  <a:pt x="14765" y="2216"/>
                  <a:pt x="14763" y="2227"/>
                  <a:pt x="14760" y="2237"/>
                </a:cubicBezTo>
                <a:cubicBezTo>
                  <a:pt x="14756" y="2248"/>
                  <a:pt x="14751" y="2258"/>
                  <a:pt x="14745" y="2268"/>
                </a:cubicBezTo>
                <a:cubicBezTo>
                  <a:pt x="14738" y="2277"/>
                  <a:pt x="14730" y="2287"/>
                  <a:pt x="14720" y="2295"/>
                </a:cubicBezTo>
                <a:cubicBezTo>
                  <a:pt x="14710" y="2304"/>
                  <a:pt x="14699" y="2312"/>
                  <a:pt x="14687" y="2320"/>
                </a:cubicBezTo>
                <a:cubicBezTo>
                  <a:pt x="14675" y="2327"/>
                  <a:pt x="14662" y="2334"/>
                  <a:pt x="14647" y="2340"/>
                </a:cubicBezTo>
                <a:cubicBezTo>
                  <a:pt x="14633" y="2346"/>
                  <a:pt x="14617" y="2351"/>
                  <a:pt x="14601" y="2355"/>
                </a:cubicBezTo>
                <a:cubicBezTo>
                  <a:pt x="14585" y="2360"/>
                  <a:pt x="14569" y="2363"/>
                  <a:pt x="14552" y="2365"/>
                </a:cubicBezTo>
                <a:cubicBezTo>
                  <a:pt x="14535" y="2367"/>
                  <a:pt x="14517" y="2368"/>
                  <a:pt x="14500" y="2368"/>
                </a:cubicBezTo>
                <a:lnTo>
                  <a:pt x="212" y="2368"/>
                </a:lnTo>
                <a:cubicBezTo>
                  <a:pt x="198" y="2368"/>
                  <a:pt x="184" y="2367"/>
                  <a:pt x="170" y="2365"/>
                </a:cubicBezTo>
                <a:cubicBezTo>
                  <a:pt x="157" y="2363"/>
                  <a:pt x="143" y="2360"/>
                  <a:pt x="131" y="2355"/>
                </a:cubicBezTo>
                <a:cubicBezTo>
                  <a:pt x="118" y="2351"/>
                  <a:pt x="106" y="2346"/>
                  <a:pt x="94" y="2340"/>
                </a:cubicBezTo>
                <a:cubicBezTo>
                  <a:pt x="82" y="2334"/>
                  <a:pt x="72" y="2327"/>
                  <a:pt x="62" y="2320"/>
                </a:cubicBezTo>
                <a:cubicBezTo>
                  <a:pt x="52" y="2312"/>
                  <a:pt x="43" y="2304"/>
                  <a:pt x="36" y="2295"/>
                </a:cubicBezTo>
                <a:cubicBezTo>
                  <a:pt x="28" y="2287"/>
                  <a:pt x="21" y="2277"/>
                  <a:pt x="16" y="2268"/>
                </a:cubicBezTo>
                <a:cubicBezTo>
                  <a:pt x="11" y="2258"/>
                  <a:pt x="7" y="2248"/>
                  <a:pt x="4" y="2237"/>
                </a:cubicBezTo>
                <a:cubicBezTo>
                  <a:pt x="1" y="2227"/>
                  <a:pt x="0" y="2216"/>
                  <a:pt x="0" y="2206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任意多边形: 形状 180"/>
          <p:cNvSpPr/>
          <p:nvPr/>
        </p:nvSpPr>
        <p:spPr>
          <a:xfrm>
            <a:off x="6286320" y="3837600"/>
            <a:ext cx="95760" cy="852480"/>
          </a:xfrm>
          <a:custGeom>
            <a:avLst/>
            <a:gdLst/>
            <a:ahLst/>
            <a:cxnLst/>
            <a:rect l="0" t="0" r="r" b="b"/>
            <a:pathLst>
              <a:path w="266" h="2368">
                <a:moveTo>
                  <a:pt x="0" y="0"/>
                </a:moveTo>
                <a:lnTo>
                  <a:pt x="266" y="0"/>
                </a:lnTo>
                <a:lnTo>
                  <a:pt x="266" y="2368"/>
                </a:lnTo>
                <a:lnTo>
                  <a:pt x="0" y="2368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任意多边形: 形状 181"/>
          <p:cNvSpPr/>
          <p:nvPr/>
        </p:nvSpPr>
        <p:spPr>
          <a:xfrm>
            <a:off x="6467400" y="3924360"/>
            <a:ext cx="343080" cy="209160"/>
          </a:xfrm>
          <a:custGeom>
            <a:avLst/>
            <a:gdLst/>
            <a:ahLst/>
            <a:cxnLst/>
            <a:rect l="0" t="0" r="r" b="b"/>
            <a:pathLst>
              <a:path w="953" h="581">
                <a:moveTo>
                  <a:pt x="953" y="290"/>
                </a:moveTo>
                <a:cubicBezTo>
                  <a:pt x="953" y="309"/>
                  <a:pt x="950" y="328"/>
                  <a:pt x="944" y="347"/>
                </a:cubicBezTo>
                <a:cubicBezTo>
                  <a:pt x="938" y="365"/>
                  <a:pt x="929" y="384"/>
                  <a:pt x="917" y="402"/>
                </a:cubicBezTo>
                <a:cubicBezTo>
                  <a:pt x="905" y="420"/>
                  <a:pt x="890" y="436"/>
                  <a:pt x="873" y="452"/>
                </a:cubicBezTo>
                <a:cubicBezTo>
                  <a:pt x="856" y="468"/>
                  <a:pt x="836" y="483"/>
                  <a:pt x="814" y="496"/>
                </a:cubicBezTo>
                <a:cubicBezTo>
                  <a:pt x="792" y="510"/>
                  <a:pt x="768" y="522"/>
                  <a:pt x="742" y="532"/>
                </a:cubicBezTo>
                <a:cubicBezTo>
                  <a:pt x="716" y="543"/>
                  <a:pt x="688" y="552"/>
                  <a:pt x="659" y="559"/>
                </a:cubicBezTo>
                <a:cubicBezTo>
                  <a:pt x="630" y="566"/>
                  <a:pt x="601" y="572"/>
                  <a:pt x="569" y="575"/>
                </a:cubicBezTo>
                <a:cubicBezTo>
                  <a:pt x="538" y="579"/>
                  <a:pt x="507" y="581"/>
                  <a:pt x="476" y="581"/>
                </a:cubicBezTo>
                <a:cubicBezTo>
                  <a:pt x="445" y="581"/>
                  <a:pt x="414" y="579"/>
                  <a:pt x="383" y="575"/>
                </a:cubicBezTo>
                <a:cubicBezTo>
                  <a:pt x="352" y="572"/>
                  <a:pt x="323" y="566"/>
                  <a:pt x="294" y="559"/>
                </a:cubicBezTo>
                <a:cubicBezTo>
                  <a:pt x="265" y="552"/>
                  <a:pt x="237" y="543"/>
                  <a:pt x="211" y="532"/>
                </a:cubicBezTo>
                <a:cubicBezTo>
                  <a:pt x="185" y="522"/>
                  <a:pt x="161" y="510"/>
                  <a:pt x="139" y="496"/>
                </a:cubicBezTo>
                <a:cubicBezTo>
                  <a:pt x="117" y="483"/>
                  <a:pt x="97" y="468"/>
                  <a:pt x="80" y="452"/>
                </a:cubicBezTo>
                <a:cubicBezTo>
                  <a:pt x="63" y="436"/>
                  <a:pt x="48" y="420"/>
                  <a:pt x="36" y="402"/>
                </a:cubicBezTo>
                <a:cubicBezTo>
                  <a:pt x="24" y="384"/>
                  <a:pt x="15" y="365"/>
                  <a:pt x="9" y="347"/>
                </a:cubicBezTo>
                <a:cubicBezTo>
                  <a:pt x="3" y="328"/>
                  <a:pt x="0" y="309"/>
                  <a:pt x="0" y="290"/>
                </a:cubicBezTo>
                <a:cubicBezTo>
                  <a:pt x="0" y="271"/>
                  <a:pt x="3" y="252"/>
                  <a:pt x="9" y="234"/>
                </a:cubicBezTo>
                <a:cubicBezTo>
                  <a:pt x="15" y="215"/>
                  <a:pt x="24" y="197"/>
                  <a:pt x="36" y="179"/>
                </a:cubicBezTo>
                <a:cubicBezTo>
                  <a:pt x="48" y="162"/>
                  <a:pt x="63" y="145"/>
                  <a:pt x="80" y="129"/>
                </a:cubicBezTo>
                <a:cubicBezTo>
                  <a:pt x="97" y="113"/>
                  <a:pt x="117" y="99"/>
                  <a:pt x="139" y="85"/>
                </a:cubicBezTo>
                <a:cubicBezTo>
                  <a:pt x="161" y="72"/>
                  <a:pt x="185" y="60"/>
                  <a:pt x="211" y="49"/>
                </a:cubicBezTo>
                <a:cubicBezTo>
                  <a:pt x="237" y="39"/>
                  <a:pt x="265" y="30"/>
                  <a:pt x="294" y="22"/>
                </a:cubicBezTo>
                <a:cubicBezTo>
                  <a:pt x="323" y="15"/>
                  <a:pt x="352" y="10"/>
                  <a:pt x="383" y="6"/>
                </a:cubicBezTo>
                <a:cubicBezTo>
                  <a:pt x="414" y="2"/>
                  <a:pt x="445" y="0"/>
                  <a:pt x="476" y="0"/>
                </a:cubicBezTo>
                <a:cubicBezTo>
                  <a:pt x="507" y="0"/>
                  <a:pt x="538" y="2"/>
                  <a:pt x="569" y="6"/>
                </a:cubicBezTo>
                <a:cubicBezTo>
                  <a:pt x="601" y="10"/>
                  <a:pt x="630" y="15"/>
                  <a:pt x="659" y="22"/>
                </a:cubicBezTo>
                <a:cubicBezTo>
                  <a:pt x="688" y="30"/>
                  <a:pt x="716" y="39"/>
                  <a:pt x="742" y="49"/>
                </a:cubicBezTo>
                <a:cubicBezTo>
                  <a:pt x="768" y="60"/>
                  <a:pt x="792" y="72"/>
                  <a:pt x="814" y="85"/>
                </a:cubicBezTo>
                <a:cubicBezTo>
                  <a:pt x="836" y="99"/>
                  <a:pt x="856" y="113"/>
                  <a:pt x="873" y="129"/>
                </a:cubicBezTo>
                <a:cubicBezTo>
                  <a:pt x="890" y="145"/>
                  <a:pt x="905" y="162"/>
                  <a:pt x="917" y="179"/>
                </a:cubicBezTo>
                <a:cubicBezTo>
                  <a:pt x="929" y="197"/>
                  <a:pt x="938" y="215"/>
                  <a:pt x="944" y="234"/>
                </a:cubicBezTo>
                <a:cubicBezTo>
                  <a:pt x="950" y="252"/>
                  <a:pt x="953" y="271"/>
                  <a:pt x="953" y="290"/>
                </a:cubicBez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文本框 182"/>
          <p:cNvSpPr txBox="1"/>
          <p:nvPr/>
        </p:nvSpPr>
        <p:spPr>
          <a:xfrm>
            <a:off x="8658360" y="3387240"/>
            <a:ext cx="71136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匹配专业咨询师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文本框 183"/>
          <p:cNvSpPr txBox="1"/>
          <p:nvPr/>
        </p:nvSpPr>
        <p:spPr>
          <a:xfrm>
            <a:off x="6585840" y="3964680"/>
            <a:ext cx="1900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文本框 184"/>
          <p:cNvSpPr txBox="1"/>
          <p:nvPr/>
        </p:nvSpPr>
        <p:spPr>
          <a:xfrm>
            <a:off x="7000920" y="4084560"/>
            <a:ext cx="505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互动社区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文本框 185"/>
          <p:cNvSpPr txBox="1"/>
          <p:nvPr/>
        </p:nvSpPr>
        <p:spPr>
          <a:xfrm>
            <a:off x="7000920" y="4357800"/>
            <a:ext cx="17100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2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AI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文本框 186"/>
          <p:cNvSpPr txBox="1"/>
          <p:nvPr/>
        </p:nvSpPr>
        <p:spPr>
          <a:xfrm>
            <a:off x="7172280" y="4355280"/>
            <a:ext cx="4068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实时监控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文本框 187"/>
          <p:cNvSpPr txBox="1"/>
          <p:nvPr/>
        </p:nvSpPr>
        <p:spPr>
          <a:xfrm>
            <a:off x="7858080" y="4357800"/>
            <a:ext cx="1936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2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 + 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任意多边形: 形状 188"/>
          <p:cNvSpPr/>
          <p:nvPr/>
        </p:nvSpPr>
        <p:spPr>
          <a:xfrm>
            <a:off x="6305400" y="4805640"/>
            <a:ext cx="5315400" cy="852480"/>
          </a:xfrm>
          <a:custGeom>
            <a:avLst/>
            <a:gdLst/>
            <a:ahLst/>
            <a:cxnLst/>
            <a:rect l="0" t="0" r="r" b="b"/>
            <a:pathLst>
              <a:path w="14765" h="2368">
                <a:moveTo>
                  <a:pt x="0" y="2207"/>
                </a:moveTo>
                <a:lnTo>
                  <a:pt x="0" y="161"/>
                </a:lnTo>
                <a:cubicBezTo>
                  <a:pt x="0" y="150"/>
                  <a:pt x="1" y="140"/>
                  <a:pt x="4" y="130"/>
                </a:cubicBezTo>
                <a:cubicBezTo>
                  <a:pt x="7" y="119"/>
                  <a:pt x="11" y="109"/>
                  <a:pt x="16" y="99"/>
                </a:cubicBezTo>
                <a:cubicBezTo>
                  <a:pt x="21" y="90"/>
                  <a:pt x="28" y="80"/>
                  <a:pt x="36" y="72"/>
                </a:cubicBezTo>
                <a:cubicBezTo>
                  <a:pt x="43" y="63"/>
                  <a:pt x="52" y="55"/>
                  <a:pt x="62" y="47"/>
                </a:cubicBezTo>
                <a:cubicBezTo>
                  <a:pt x="72" y="40"/>
                  <a:pt x="82" y="33"/>
                  <a:pt x="94" y="27"/>
                </a:cubicBezTo>
                <a:cubicBezTo>
                  <a:pt x="106" y="21"/>
                  <a:pt x="118" y="16"/>
                  <a:pt x="131" y="12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2" y="0"/>
                </a:cubicBezTo>
                <a:lnTo>
                  <a:pt x="14500" y="0"/>
                </a:lnTo>
                <a:cubicBezTo>
                  <a:pt x="14517" y="0"/>
                  <a:pt x="14535" y="1"/>
                  <a:pt x="14552" y="3"/>
                </a:cubicBezTo>
                <a:cubicBezTo>
                  <a:pt x="14569" y="5"/>
                  <a:pt x="14585" y="8"/>
                  <a:pt x="14601" y="12"/>
                </a:cubicBezTo>
                <a:cubicBezTo>
                  <a:pt x="14617" y="16"/>
                  <a:pt x="14633" y="21"/>
                  <a:pt x="14647" y="27"/>
                </a:cubicBezTo>
                <a:cubicBezTo>
                  <a:pt x="14662" y="33"/>
                  <a:pt x="14675" y="40"/>
                  <a:pt x="14687" y="47"/>
                </a:cubicBezTo>
                <a:cubicBezTo>
                  <a:pt x="14699" y="55"/>
                  <a:pt x="14710" y="63"/>
                  <a:pt x="14720" y="72"/>
                </a:cubicBezTo>
                <a:cubicBezTo>
                  <a:pt x="14730" y="80"/>
                  <a:pt x="14738" y="90"/>
                  <a:pt x="14745" y="99"/>
                </a:cubicBezTo>
                <a:cubicBezTo>
                  <a:pt x="14751" y="109"/>
                  <a:pt x="14756" y="119"/>
                  <a:pt x="14760" y="130"/>
                </a:cubicBezTo>
                <a:cubicBezTo>
                  <a:pt x="14763" y="140"/>
                  <a:pt x="14765" y="150"/>
                  <a:pt x="14765" y="161"/>
                </a:cubicBezTo>
                <a:lnTo>
                  <a:pt x="14765" y="2207"/>
                </a:lnTo>
                <a:cubicBezTo>
                  <a:pt x="14765" y="2218"/>
                  <a:pt x="14763" y="2228"/>
                  <a:pt x="14760" y="2239"/>
                </a:cubicBezTo>
                <a:cubicBezTo>
                  <a:pt x="14756" y="2249"/>
                  <a:pt x="14751" y="2259"/>
                  <a:pt x="14745" y="2269"/>
                </a:cubicBezTo>
                <a:cubicBezTo>
                  <a:pt x="14738" y="2279"/>
                  <a:pt x="14730" y="2288"/>
                  <a:pt x="14720" y="2297"/>
                </a:cubicBezTo>
                <a:cubicBezTo>
                  <a:pt x="14710" y="2305"/>
                  <a:pt x="14699" y="2314"/>
                  <a:pt x="14687" y="2321"/>
                </a:cubicBezTo>
                <a:cubicBezTo>
                  <a:pt x="14675" y="2328"/>
                  <a:pt x="14662" y="2335"/>
                  <a:pt x="14647" y="2341"/>
                </a:cubicBezTo>
                <a:cubicBezTo>
                  <a:pt x="14633" y="2347"/>
                  <a:pt x="14617" y="2352"/>
                  <a:pt x="14601" y="2356"/>
                </a:cubicBezTo>
                <a:cubicBezTo>
                  <a:pt x="14585" y="2360"/>
                  <a:pt x="14569" y="2363"/>
                  <a:pt x="14552" y="2365"/>
                </a:cubicBezTo>
                <a:cubicBezTo>
                  <a:pt x="14535" y="2367"/>
                  <a:pt x="14517" y="2368"/>
                  <a:pt x="14500" y="2368"/>
                </a:cubicBezTo>
                <a:lnTo>
                  <a:pt x="212" y="2368"/>
                </a:lnTo>
                <a:cubicBezTo>
                  <a:pt x="198" y="2368"/>
                  <a:pt x="184" y="2367"/>
                  <a:pt x="170" y="2365"/>
                </a:cubicBezTo>
                <a:cubicBezTo>
                  <a:pt x="157" y="2363"/>
                  <a:pt x="143" y="2360"/>
                  <a:pt x="131" y="2356"/>
                </a:cubicBezTo>
                <a:cubicBezTo>
                  <a:pt x="118" y="2352"/>
                  <a:pt x="106" y="2347"/>
                  <a:pt x="94" y="2341"/>
                </a:cubicBezTo>
                <a:cubicBezTo>
                  <a:pt x="82" y="2335"/>
                  <a:pt x="72" y="2328"/>
                  <a:pt x="62" y="2321"/>
                </a:cubicBezTo>
                <a:cubicBezTo>
                  <a:pt x="52" y="2314"/>
                  <a:pt x="43" y="2305"/>
                  <a:pt x="36" y="2297"/>
                </a:cubicBezTo>
                <a:cubicBezTo>
                  <a:pt x="28" y="2288"/>
                  <a:pt x="21" y="2279"/>
                  <a:pt x="16" y="2269"/>
                </a:cubicBezTo>
                <a:cubicBezTo>
                  <a:pt x="11" y="2259"/>
                  <a:pt x="7" y="2249"/>
                  <a:pt x="4" y="2239"/>
                </a:cubicBezTo>
                <a:cubicBezTo>
                  <a:pt x="1" y="2228"/>
                  <a:pt x="0" y="2218"/>
                  <a:pt x="0" y="2207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任意多边形: 形状 189"/>
          <p:cNvSpPr/>
          <p:nvPr/>
        </p:nvSpPr>
        <p:spPr>
          <a:xfrm>
            <a:off x="6286320" y="4805640"/>
            <a:ext cx="95760" cy="852480"/>
          </a:xfrm>
          <a:custGeom>
            <a:avLst/>
            <a:gdLst/>
            <a:ahLst/>
            <a:cxnLst/>
            <a:rect l="0" t="0" r="r" b="b"/>
            <a:pathLst>
              <a:path w="266" h="2368">
                <a:moveTo>
                  <a:pt x="0" y="0"/>
                </a:moveTo>
                <a:lnTo>
                  <a:pt x="266" y="0"/>
                </a:lnTo>
                <a:lnTo>
                  <a:pt x="266" y="2368"/>
                </a:lnTo>
                <a:lnTo>
                  <a:pt x="0" y="2368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任意多边形: 形状 190"/>
          <p:cNvSpPr/>
          <p:nvPr/>
        </p:nvSpPr>
        <p:spPr>
          <a:xfrm>
            <a:off x="6467400" y="4892760"/>
            <a:ext cx="343080" cy="208800"/>
          </a:xfrm>
          <a:custGeom>
            <a:avLst/>
            <a:gdLst/>
            <a:ahLst/>
            <a:cxnLst/>
            <a:rect l="0" t="0" r="r" b="b"/>
            <a:pathLst>
              <a:path w="953" h="580">
                <a:moveTo>
                  <a:pt x="953" y="290"/>
                </a:moveTo>
                <a:cubicBezTo>
                  <a:pt x="953" y="309"/>
                  <a:pt x="950" y="328"/>
                  <a:pt x="944" y="347"/>
                </a:cubicBezTo>
                <a:cubicBezTo>
                  <a:pt x="938" y="366"/>
                  <a:pt x="929" y="384"/>
                  <a:pt x="917" y="401"/>
                </a:cubicBezTo>
                <a:cubicBezTo>
                  <a:pt x="905" y="419"/>
                  <a:pt x="890" y="436"/>
                  <a:pt x="873" y="451"/>
                </a:cubicBezTo>
                <a:cubicBezTo>
                  <a:pt x="856" y="467"/>
                  <a:pt x="836" y="482"/>
                  <a:pt x="814" y="495"/>
                </a:cubicBezTo>
                <a:cubicBezTo>
                  <a:pt x="792" y="509"/>
                  <a:pt x="768" y="521"/>
                  <a:pt x="742" y="531"/>
                </a:cubicBezTo>
                <a:cubicBezTo>
                  <a:pt x="716" y="542"/>
                  <a:pt x="688" y="551"/>
                  <a:pt x="659" y="558"/>
                </a:cubicBezTo>
                <a:cubicBezTo>
                  <a:pt x="630" y="565"/>
                  <a:pt x="601" y="571"/>
                  <a:pt x="569" y="575"/>
                </a:cubicBezTo>
                <a:cubicBezTo>
                  <a:pt x="538" y="578"/>
                  <a:pt x="507" y="580"/>
                  <a:pt x="476" y="580"/>
                </a:cubicBezTo>
                <a:cubicBezTo>
                  <a:pt x="445" y="580"/>
                  <a:pt x="414" y="578"/>
                  <a:pt x="383" y="575"/>
                </a:cubicBezTo>
                <a:cubicBezTo>
                  <a:pt x="352" y="571"/>
                  <a:pt x="323" y="565"/>
                  <a:pt x="294" y="558"/>
                </a:cubicBezTo>
                <a:cubicBezTo>
                  <a:pt x="265" y="551"/>
                  <a:pt x="237" y="542"/>
                  <a:pt x="211" y="531"/>
                </a:cubicBezTo>
                <a:cubicBezTo>
                  <a:pt x="185" y="521"/>
                  <a:pt x="161" y="509"/>
                  <a:pt x="139" y="495"/>
                </a:cubicBezTo>
                <a:cubicBezTo>
                  <a:pt x="117" y="482"/>
                  <a:pt x="97" y="467"/>
                  <a:pt x="80" y="451"/>
                </a:cubicBezTo>
                <a:cubicBezTo>
                  <a:pt x="63" y="436"/>
                  <a:pt x="48" y="419"/>
                  <a:pt x="36" y="401"/>
                </a:cubicBezTo>
                <a:cubicBezTo>
                  <a:pt x="24" y="384"/>
                  <a:pt x="15" y="366"/>
                  <a:pt x="9" y="347"/>
                </a:cubicBezTo>
                <a:cubicBezTo>
                  <a:pt x="3" y="328"/>
                  <a:pt x="0" y="309"/>
                  <a:pt x="0" y="290"/>
                </a:cubicBezTo>
                <a:cubicBezTo>
                  <a:pt x="0" y="271"/>
                  <a:pt x="3" y="253"/>
                  <a:pt x="9" y="234"/>
                </a:cubicBezTo>
                <a:cubicBezTo>
                  <a:pt x="15" y="215"/>
                  <a:pt x="24" y="197"/>
                  <a:pt x="36" y="179"/>
                </a:cubicBezTo>
                <a:cubicBezTo>
                  <a:pt x="48" y="162"/>
                  <a:pt x="63" y="145"/>
                  <a:pt x="80" y="129"/>
                </a:cubicBezTo>
                <a:cubicBezTo>
                  <a:pt x="97" y="114"/>
                  <a:pt x="117" y="99"/>
                  <a:pt x="139" y="85"/>
                </a:cubicBezTo>
                <a:cubicBezTo>
                  <a:pt x="161" y="72"/>
                  <a:pt x="185" y="60"/>
                  <a:pt x="211" y="49"/>
                </a:cubicBezTo>
                <a:cubicBezTo>
                  <a:pt x="237" y="39"/>
                  <a:pt x="265" y="30"/>
                  <a:pt x="294" y="23"/>
                </a:cubicBezTo>
                <a:cubicBezTo>
                  <a:pt x="323" y="14"/>
                  <a:pt x="352" y="9"/>
                  <a:pt x="383" y="5"/>
                </a:cubicBezTo>
                <a:cubicBezTo>
                  <a:pt x="414" y="1"/>
                  <a:pt x="445" y="0"/>
                  <a:pt x="476" y="0"/>
                </a:cubicBezTo>
                <a:cubicBezTo>
                  <a:pt x="507" y="0"/>
                  <a:pt x="538" y="1"/>
                  <a:pt x="569" y="5"/>
                </a:cubicBezTo>
                <a:cubicBezTo>
                  <a:pt x="601" y="9"/>
                  <a:pt x="630" y="14"/>
                  <a:pt x="659" y="23"/>
                </a:cubicBezTo>
                <a:cubicBezTo>
                  <a:pt x="688" y="30"/>
                  <a:pt x="716" y="39"/>
                  <a:pt x="742" y="49"/>
                </a:cubicBezTo>
                <a:cubicBezTo>
                  <a:pt x="768" y="60"/>
                  <a:pt x="792" y="72"/>
                  <a:pt x="814" y="85"/>
                </a:cubicBezTo>
                <a:cubicBezTo>
                  <a:pt x="836" y="99"/>
                  <a:pt x="856" y="114"/>
                  <a:pt x="873" y="129"/>
                </a:cubicBezTo>
                <a:cubicBezTo>
                  <a:pt x="890" y="145"/>
                  <a:pt x="905" y="162"/>
                  <a:pt x="917" y="179"/>
                </a:cubicBezTo>
                <a:cubicBezTo>
                  <a:pt x="929" y="197"/>
                  <a:pt x="938" y="215"/>
                  <a:pt x="944" y="234"/>
                </a:cubicBezTo>
                <a:cubicBezTo>
                  <a:pt x="950" y="253"/>
                  <a:pt x="953" y="271"/>
                  <a:pt x="953" y="290"/>
                </a:cubicBez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文本框 191"/>
          <p:cNvSpPr txBox="1"/>
          <p:nvPr/>
        </p:nvSpPr>
        <p:spPr>
          <a:xfrm>
            <a:off x="8053560" y="4355280"/>
            <a:ext cx="111744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禁⽌私信的安全社交环境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文本框 192"/>
          <p:cNvSpPr txBox="1"/>
          <p:nvPr/>
        </p:nvSpPr>
        <p:spPr>
          <a:xfrm>
            <a:off x="6585840" y="4932720"/>
            <a:ext cx="1900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文本框 193"/>
          <p:cNvSpPr txBox="1"/>
          <p:nvPr/>
        </p:nvSpPr>
        <p:spPr>
          <a:xfrm>
            <a:off x="7000920" y="5052600"/>
            <a:ext cx="505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暖⾔收发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文本框 194"/>
          <p:cNvSpPr txBox="1"/>
          <p:nvPr/>
        </p:nvSpPr>
        <p:spPr>
          <a:xfrm>
            <a:off x="7000920" y="5323320"/>
            <a:ext cx="60984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随机获取暖⾔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文本框 195"/>
          <p:cNvSpPr txBox="1"/>
          <p:nvPr/>
        </p:nvSpPr>
        <p:spPr>
          <a:xfrm>
            <a:off x="8029440" y="5325840"/>
            <a:ext cx="3628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2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 + </a:t>
            </a:r>
            <a:r>
              <a:rPr lang="en-US" sz="82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AI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任意多边形: 形状 196"/>
          <p:cNvSpPr/>
          <p:nvPr/>
        </p:nvSpPr>
        <p:spPr>
          <a:xfrm>
            <a:off x="6305400" y="5773680"/>
            <a:ext cx="5315400" cy="852480"/>
          </a:xfrm>
          <a:custGeom>
            <a:avLst/>
            <a:gdLst/>
            <a:ahLst/>
            <a:cxnLst/>
            <a:rect l="0" t="0" r="r" b="b"/>
            <a:pathLst>
              <a:path w="14765" h="2368">
                <a:moveTo>
                  <a:pt x="0" y="2207"/>
                </a:moveTo>
                <a:lnTo>
                  <a:pt x="0" y="161"/>
                </a:lnTo>
                <a:cubicBezTo>
                  <a:pt x="0" y="151"/>
                  <a:pt x="1" y="140"/>
                  <a:pt x="4" y="130"/>
                </a:cubicBezTo>
                <a:cubicBezTo>
                  <a:pt x="7" y="119"/>
                  <a:pt x="11" y="109"/>
                  <a:pt x="16" y="100"/>
                </a:cubicBezTo>
                <a:cubicBezTo>
                  <a:pt x="21" y="90"/>
                  <a:pt x="28" y="81"/>
                  <a:pt x="36" y="72"/>
                </a:cubicBezTo>
                <a:cubicBezTo>
                  <a:pt x="43" y="63"/>
                  <a:pt x="52" y="55"/>
                  <a:pt x="62" y="47"/>
                </a:cubicBezTo>
                <a:cubicBezTo>
                  <a:pt x="72" y="40"/>
                  <a:pt x="82" y="33"/>
                  <a:pt x="94" y="27"/>
                </a:cubicBezTo>
                <a:cubicBezTo>
                  <a:pt x="106" y="21"/>
                  <a:pt x="118" y="17"/>
                  <a:pt x="131" y="12"/>
                </a:cubicBezTo>
                <a:cubicBezTo>
                  <a:pt x="143" y="8"/>
                  <a:pt x="157" y="5"/>
                  <a:pt x="170" y="3"/>
                </a:cubicBezTo>
                <a:cubicBezTo>
                  <a:pt x="184" y="1"/>
                  <a:pt x="198" y="0"/>
                  <a:pt x="212" y="0"/>
                </a:cubicBezTo>
                <a:lnTo>
                  <a:pt x="14500" y="0"/>
                </a:lnTo>
                <a:cubicBezTo>
                  <a:pt x="14517" y="0"/>
                  <a:pt x="14535" y="1"/>
                  <a:pt x="14552" y="3"/>
                </a:cubicBezTo>
                <a:cubicBezTo>
                  <a:pt x="14569" y="5"/>
                  <a:pt x="14585" y="8"/>
                  <a:pt x="14601" y="12"/>
                </a:cubicBezTo>
                <a:cubicBezTo>
                  <a:pt x="14617" y="17"/>
                  <a:pt x="14633" y="21"/>
                  <a:pt x="14647" y="27"/>
                </a:cubicBezTo>
                <a:cubicBezTo>
                  <a:pt x="14662" y="33"/>
                  <a:pt x="14675" y="40"/>
                  <a:pt x="14687" y="47"/>
                </a:cubicBezTo>
                <a:cubicBezTo>
                  <a:pt x="14699" y="55"/>
                  <a:pt x="14710" y="63"/>
                  <a:pt x="14720" y="72"/>
                </a:cubicBezTo>
                <a:cubicBezTo>
                  <a:pt x="14730" y="81"/>
                  <a:pt x="14738" y="90"/>
                  <a:pt x="14745" y="100"/>
                </a:cubicBezTo>
                <a:cubicBezTo>
                  <a:pt x="14751" y="109"/>
                  <a:pt x="14756" y="119"/>
                  <a:pt x="14760" y="130"/>
                </a:cubicBezTo>
                <a:cubicBezTo>
                  <a:pt x="14763" y="140"/>
                  <a:pt x="14765" y="151"/>
                  <a:pt x="14765" y="161"/>
                </a:cubicBezTo>
                <a:lnTo>
                  <a:pt x="14765" y="2207"/>
                </a:lnTo>
                <a:cubicBezTo>
                  <a:pt x="14765" y="2218"/>
                  <a:pt x="14763" y="2228"/>
                  <a:pt x="14760" y="2239"/>
                </a:cubicBezTo>
                <a:cubicBezTo>
                  <a:pt x="14756" y="2249"/>
                  <a:pt x="14751" y="2259"/>
                  <a:pt x="14745" y="2269"/>
                </a:cubicBezTo>
                <a:cubicBezTo>
                  <a:pt x="14738" y="2279"/>
                  <a:pt x="14730" y="2288"/>
                  <a:pt x="14720" y="2297"/>
                </a:cubicBezTo>
                <a:cubicBezTo>
                  <a:pt x="14710" y="2306"/>
                  <a:pt x="14699" y="2314"/>
                  <a:pt x="14687" y="2321"/>
                </a:cubicBezTo>
                <a:cubicBezTo>
                  <a:pt x="14675" y="2329"/>
                  <a:pt x="14662" y="2335"/>
                  <a:pt x="14647" y="2341"/>
                </a:cubicBezTo>
                <a:cubicBezTo>
                  <a:pt x="14633" y="2347"/>
                  <a:pt x="14617" y="2352"/>
                  <a:pt x="14601" y="2356"/>
                </a:cubicBezTo>
                <a:cubicBezTo>
                  <a:pt x="14585" y="2360"/>
                  <a:pt x="14569" y="2363"/>
                  <a:pt x="14552" y="2365"/>
                </a:cubicBezTo>
                <a:cubicBezTo>
                  <a:pt x="14535" y="2367"/>
                  <a:pt x="14517" y="2368"/>
                  <a:pt x="14500" y="2368"/>
                </a:cubicBezTo>
                <a:lnTo>
                  <a:pt x="212" y="2368"/>
                </a:lnTo>
                <a:cubicBezTo>
                  <a:pt x="198" y="2368"/>
                  <a:pt x="184" y="2367"/>
                  <a:pt x="170" y="2365"/>
                </a:cubicBezTo>
                <a:cubicBezTo>
                  <a:pt x="157" y="2363"/>
                  <a:pt x="143" y="2360"/>
                  <a:pt x="131" y="2356"/>
                </a:cubicBezTo>
                <a:cubicBezTo>
                  <a:pt x="118" y="2352"/>
                  <a:pt x="106" y="2347"/>
                  <a:pt x="94" y="2341"/>
                </a:cubicBezTo>
                <a:cubicBezTo>
                  <a:pt x="82" y="2335"/>
                  <a:pt x="72" y="2329"/>
                  <a:pt x="62" y="2321"/>
                </a:cubicBezTo>
                <a:cubicBezTo>
                  <a:pt x="52" y="2314"/>
                  <a:pt x="43" y="2306"/>
                  <a:pt x="36" y="2297"/>
                </a:cubicBezTo>
                <a:cubicBezTo>
                  <a:pt x="28" y="2288"/>
                  <a:pt x="21" y="2279"/>
                  <a:pt x="16" y="2269"/>
                </a:cubicBezTo>
                <a:cubicBezTo>
                  <a:pt x="11" y="2259"/>
                  <a:pt x="7" y="2249"/>
                  <a:pt x="4" y="2239"/>
                </a:cubicBezTo>
                <a:cubicBezTo>
                  <a:pt x="1" y="2228"/>
                  <a:pt x="0" y="2218"/>
                  <a:pt x="0" y="2207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任意多边形: 形状 197"/>
          <p:cNvSpPr/>
          <p:nvPr/>
        </p:nvSpPr>
        <p:spPr>
          <a:xfrm>
            <a:off x="6286320" y="5773680"/>
            <a:ext cx="95760" cy="852480"/>
          </a:xfrm>
          <a:custGeom>
            <a:avLst/>
            <a:gdLst/>
            <a:ahLst/>
            <a:cxnLst/>
            <a:rect l="0" t="0" r="r" b="b"/>
            <a:pathLst>
              <a:path w="266" h="2368">
                <a:moveTo>
                  <a:pt x="0" y="0"/>
                </a:moveTo>
                <a:lnTo>
                  <a:pt x="266" y="0"/>
                </a:lnTo>
                <a:lnTo>
                  <a:pt x="266" y="2368"/>
                </a:lnTo>
                <a:lnTo>
                  <a:pt x="0" y="2368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任意多边形: 形状 198"/>
          <p:cNvSpPr/>
          <p:nvPr/>
        </p:nvSpPr>
        <p:spPr>
          <a:xfrm>
            <a:off x="6467400" y="5860800"/>
            <a:ext cx="343080" cy="208800"/>
          </a:xfrm>
          <a:custGeom>
            <a:avLst/>
            <a:gdLst/>
            <a:ahLst/>
            <a:cxnLst/>
            <a:rect l="0" t="0" r="r" b="b"/>
            <a:pathLst>
              <a:path w="953" h="580">
                <a:moveTo>
                  <a:pt x="953" y="291"/>
                </a:moveTo>
                <a:cubicBezTo>
                  <a:pt x="953" y="310"/>
                  <a:pt x="950" y="328"/>
                  <a:pt x="944" y="347"/>
                </a:cubicBezTo>
                <a:cubicBezTo>
                  <a:pt x="938" y="366"/>
                  <a:pt x="929" y="384"/>
                  <a:pt x="917" y="402"/>
                </a:cubicBezTo>
                <a:cubicBezTo>
                  <a:pt x="905" y="419"/>
                  <a:pt x="890" y="436"/>
                  <a:pt x="873" y="452"/>
                </a:cubicBezTo>
                <a:cubicBezTo>
                  <a:pt x="856" y="467"/>
                  <a:pt x="836" y="482"/>
                  <a:pt x="814" y="496"/>
                </a:cubicBezTo>
                <a:cubicBezTo>
                  <a:pt x="792" y="509"/>
                  <a:pt x="768" y="521"/>
                  <a:pt x="742" y="532"/>
                </a:cubicBezTo>
                <a:cubicBezTo>
                  <a:pt x="716" y="542"/>
                  <a:pt x="688" y="551"/>
                  <a:pt x="659" y="558"/>
                </a:cubicBezTo>
                <a:cubicBezTo>
                  <a:pt x="630" y="566"/>
                  <a:pt x="601" y="571"/>
                  <a:pt x="569" y="575"/>
                </a:cubicBezTo>
                <a:cubicBezTo>
                  <a:pt x="538" y="579"/>
                  <a:pt x="507" y="580"/>
                  <a:pt x="476" y="580"/>
                </a:cubicBezTo>
                <a:cubicBezTo>
                  <a:pt x="445" y="580"/>
                  <a:pt x="414" y="579"/>
                  <a:pt x="383" y="575"/>
                </a:cubicBezTo>
                <a:cubicBezTo>
                  <a:pt x="352" y="571"/>
                  <a:pt x="323" y="566"/>
                  <a:pt x="294" y="558"/>
                </a:cubicBezTo>
                <a:cubicBezTo>
                  <a:pt x="265" y="551"/>
                  <a:pt x="237" y="542"/>
                  <a:pt x="211" y="532"/>
                </a:cubicBezTo>
                <a:cubicBezTo>
                  <a:pt x="185" y="521"/>
                  <a:pt x="161" y="509"/>
                  <a:pt x="139" y="496"/>
                </a:cubicBezTo>
                <a:cubicBezTo>
                  <a:pt x="117" y="482"/>
                  <a:pt x="97" y="467"/>
                  <a:pt x="80" y="452"/>
                </a:cubicBezTo>
                <a:cubicBezTo>
                  <a:pt x="63" y="436"/>
                  <a:pt x="48" y="419"/>
                  <a:pt x="36" y="402"/>
                </a:cubicBezTo>
                <a:cubicBezTo>
                  <a:pt x="24" y="384"/>
                  <a:pt x="15" y="366"/>
                  <a:pt x="9" y="347"/>
                </a:cubicBezTo>
                <a:cubicBezTo>
                  <a:pt x="3" y="328"/>
                  <a:pt x="0" y="310"/>
                  <a:pt x="0" y="291"/>
                </a:cubicBezTo>
                <a:cubicBezTo>
                  <a:pt x="0" y="272"/>
                  <a:pt x="3" y="253"/>
                  <a:pt x="9" y="234"/>
                </a:cubicBezTo>
                <a:cubicBezTo>
                  <a:pt x="15" y="214"/>
                  <a:pt x="24" y="196"/>
                  <a:pt x="36" y="179"/>
                </a:cubicBezTo>
                <a:cubicBezTo>
                  <a:pt x="48" y="161"/>
                  <a:pt x="63" y="144"/>
                  <a:pt x="80" y="129"/>
                </a:cubicBezTo>
                <a:cubicBezTo>
                  <a:pt x="97" y="113"/>
                  <a:pt x="117" y="98"/>
                  <a:pt x="139" y="85"/>
                </a:cubicBezTo>
                <a:cubicBezTo>
                  <a:pt x="161" y="71"/>
                  <a:pt x="185" y="59"/>
                  <a:pt x="211" y="49"/>
                </a:cubicBezTo>
                <a:cubicBezTo>
                  <a:pt x="237" y="38"/>
                  <a:pt x="265" y="29"/>
                  <a:pt x="294" y="22"/>
                </a:cubicBezTo>
                <a:cubicBezTo>
                  <a:pt x="323" y="15"/>
                  <a:pt x="352" y="9"/>
                  <a:pt x="383" y="5"/>
                </a:cubicBezTo>
                <a:cubicBezTo>
                  <a:pt x="414" y="2"/>
                  <a:pt x="445" y="0"/>
                  <a:pt x="476" y="0"/>
                </a:cubicBezTo>
                <a:cubicBezTo>
                  <a:pt x="507" y="0"/>
                  <a:pt x="538" y="2"/>
                  <a:pt x="569" y="5"/>
                </a:cubicBezTo>
                <a:cubicBezTo>
                  <a:pt x="601" y="9"/>
                  <a:pt x="630" y="15"/>
                  <a:pt x="659" y="22"/>
                </a:cubicBezTo>
                <a:cubicBezTo>
                  <a:pt x="688" y="29"/>
                  <a:pt x="716" y="38"/>
                  <a:pt x="742" y="49"/>
                </a:cubicBezTo>
                <a:cubicBezTo>
                  <a:pt x="768" y="59"/>
                  <a:pt x="792" y="71"/>
                  <a:pt x="814" y="85"/>
                </a:cubicBezTo>
                <a:cubicBezTo>
                  <a:pt x="836" y="98"/>
                  <a:pt x="856" y="113"/>
                  <a:pt x="873" y="129"/>
                </a:cubicBezTo>
                <a:cubicBezTo>
                  <a:pt x="890" y="144"/>
                  <a:pt x="905" y="161"/>
                  <a:pt x="917" y="179"/>
                </a:cubicBezTo>
                <a:cubicBezTo>
                  <a:pt x="929" y="196"/>
                  <a:pt x="938" y="214"/>
                  <a:pt x="944" y="234"/>
                </a:cubicBezTo>
                <a:cubicBezTo>
                  <a:pt x="950" y="253"/>
                  <a:pt x="953" y="272"/>
                  <a:pt x="953" y="291"/>
                </a:cubicBez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文本框 199"/>
          <p:cNvSpPr txBox="1"/>
          <p:nvPr/>
        </p:nvSpPr>
        <p:spPr>
          <a:xfrm>
            <a:off x="8396280" y="5323320"/>
            <a:ext cx="91440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协同审核</a:t>
            </a:r>
            <a:r>
              <a:rPr lang="zh-CN" sz="8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正能量内容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文本框 200"/>
          <p:cNvSpPr txBox="1"/>
          <p:nvPr/>
        </p:nvSpPr>
        <p:spPr>
          <a:xfrm>
            <a:off x="6585840" y="5900760"/>
            <a:ext cx="190080" cy="12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7000920" y="6020640"/>
            <a:ext cx="505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奖励政策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文本框 202"/>
          <p:cNvSpPr txBox="1"/>
          <p:nvPr/>
        </p:nvSpPr>
        <p:spPr>
          <a:xfrm>
            <a:off x="7000920" y="6291720"/>
            <a:ext cx="60984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积分兑换礼品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文本框 203"/>
          <p:cNvSpPr txBox="1"/>
          <p:nvPr/>
        </p:nvSpPr>
        <p:spPr>
          <a:xfrm>
            <a:off x="8029440" y="6293880"/>
            <a:ext cx="193680" cy="116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2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 + 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5" name="图片 204"/>
          <p:cNvPicPr/>
          <p:nvPr/>
        </p:nvPicPr>
        <p:blipFill>
          <a:blip r:embed="rId2"/>
          <a:stretch/>
        </p:blipFill>
        <p:spPr>
          <a:xfrm>
            <a:off x="0" y="0"/>
            <a:ext cx="12191760" cy="700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6" name="文本框 205"/>
          <p:cNvSpPr txBox="1"/>
          <p:nvPr/>
        </p:nvSpPr>
        <p:spPr>
          <a:xfrm>
            <a:off x="8224920" y="6291720"/>
            <a:ext cx="711360" cy="120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勋章提升公信⼒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07" name="图片 206"/>
          <p:cNvPicPr/>
          <p:nvPr/>
        </p:nvPicPr>
        <p:blipFill>
          <a:blip r:embed="rId3"/>
          <a:stretch/>
        </p:blipFill>
        <p:spPr>
          <a:xfrm>
            <a:off x="571320" y="2682720"/>
            <a:ext cx="5333760" cy="1857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9" name="文本框 208"/>
          <p:cNvSpPr txBox="1"/>
          <p:nvPr/>
        </p:nvSpPr>
        <p:spPr>
          <a:xfrm>
            <a:off x="571320" y="232200"/>
            <a:ext cx="1438560" cy="28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2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核⼼功能模块</a:t>
            </a:r>
            <a:endParaRPr lang="en-US" sz="1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文本框 210"/>
          <p:cNvSpPr txBox="1"/>
          <p:nvPr/>
        </p:nvSpPr>
        <p:spPr>
          <a:xfrm>
            <a:off x="5734080" y="6514200"/>
            <a:ext cx="64120" cy="1261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20" b="0" u="none" strike="noStrike" dirty="0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 -</a:t>
            </a:r>
            <a:endParaRPr lang="en-US" sz="82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任意多边形: 形状 212"/>
          <p:cNvSpPr/>
          <p:nvPr/>
        </p:nvSpPr>
        <p:spPr>
          <a:xfrm>
            <a:off x="-10494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7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任意多边形: 形状 213"/>
          <p:cNvSpPr/>
          <p:nvPr/>
        </p:nvSpPr>
        <p:spPr>
          <a:xfrm>
            <a:off x="6606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18852"/>
                </a:moveTo>
                <a:lnTo>
                  <a:pt x="0" y="198"/>
                </a:lnTo>
                <a:cubicBezTo>
                  <a:pt x="0" y="185"/>
                  <a:pt x="1" y="172"/>
                  <a:pt x="4" y="159"/>
                </a:cubicBezTo>
                <a:cubicBezTo>
                  <a:pt x="6" y="147"/>
                  <a:pt x="10" y="134"/>
                  <a:pt x="16" y="122"/>
                </a:cubicBezTo>
                <a:cubicBezTo>
                  <a:pt x="21" y="110"/>
                  <a:pt x="27" y="99"/>
                  <a:pt x="35" y="88"/>
                </a:cubicBezTo>
                <a:cubicBezTo>
                  <a:pt x="43" y="77"/>
                  <a:pt x="52" y="67"/>
                  <a:pt x="61" y="58"/>
                </a:cubicBezTo>
                <a:cubicBezTo>
                  <a:pt x="71" y="48"/>
                  <a:pt x="82" y="40"/>
                  <a:pt x="94" y="33"/>
                </a:cubicBezTo>
                <a:cubicBezTo>
                  <a:pt x="105" y="26"/>
                  <a:pt x="117" y="20"/>
                  <a:pt x="130" y="15"/>
                </a:cubicBezTo>
                <a:cubicBezTo>
                  <a:pt x="143" y="10"/>
                  <a:pt x="156" y="6"/>
                  <a:pt x="170" y="3"/>
                </a:cubicBezTo>
                <a:cubicBezTo>
                  <a:pt x="184" y="1"/>
                  <a:pt x="197" y="0"/>
                  <a:pt x="211" y="0"/>
                </a:cubicBezTo>
                <a:lnTo>
                  <a:pt x="33655" y="0"/>
                </a:lnTo>
                <a:cubicBezTo>
                  <a:pt x="33669" y="0"/>
                  <a:pt x="33683" y="1"/>
                  <a:pt x="33697" y="3"/>
                </a:cubicBezTo>
                <a:cubicBezTo>
                  <a:pt x="33710" y="6"/>
                  <a:pt x="33724" y="10"/>
                  <a:pt x="33736" y="15"/>
                </a:cubicBezTo>
                <a:cubicBezTo>
                  <a:pt x="33749" y="20"/>
                  <a:pt x="33762" y="26"/>
                  <a:pt x="33773" y="33"/>
                </a:cubicBezTo>
                <a:cubicBezTo>
                  <a:pt x="33785" y="40"/>
                  <a:pt x="33795" y="48"/>
                  <a:pt x="33805" y="58"/>
                </a:cubicBezTo>
                <a:cubicBezTo>
                  <a:pt x="33815" y="67"/>
                  <a:pt x="33824" y="77"/>
                  <a:pt x="33831" y="88"/>
                </a:cubicBezTo>
                <a:cubicBezTo>
                  <a:pt x="33839" y="99"/>
                  <a:pt x="33846" y="110"/>
                  <a:pt x="33851" y="122"/>
                </a:cubicBezTo>
                <a:cubicBezTo>
                  <a:pt x="33856" y="134"/>
                  <a:pt x="33860" y="147"/>
                  <a:pt x="33863" y="159"/>
                </a:cubicBezTo>
                <a:cubicBezTo>
                  <a:pt x="33866" y="172"/>
                  <a:pt x="33867" y="185"/>
                  <a:pt x="33867" y="198"/>
                </a:cubicBezTo>
                <a:lnTo>
                  <a:pt x="33867" y="18852"/>
                </a:lnTo>
                <a:cubicBezTo>
                  <a:pt x="33867" y="18865"/>
                  <a:pt x="33866" y="18878"/>
                  <a:pt x="33863" y="18891"/>
                </a:cubicBezTo>
                <a:cubicBezTo>
                  <a:pt x="33860" y="18903"/>
                  <a:pt x="33856" y="18916"/>
                  <a:pt x="33851" y="18928"/>
                </a:cubicBezTo>
                <a:cubicBezTo>
                  <a:pt x="33846" y="18940"/>
                  <a:pt x="33839" y="18951"/>
                  <a:pt x="33831" y="18962"/>
                </a:cubicBezTo>
                <a:cubicBezTo>
                  <a:pt x="33824" y="18973"/>
                  <a:pt x="33815" y="18983"/>
                  <a:pt x="33805" y="18992"/>
                </a:cubicBezTo>
                <a:cubicBezTo>
                  <a:pt x="33795" y="19002"/>
                  <a:pt x="33785" y="19010"/>
                  <a:pt x="33773" y="19017"/>
                </a:cubicBezTo>
                <a:cubicBezTo>
                  <a:pt x="33762" y="19024"/>
                  <a:pt x="33749" y="19030"/>
                  <a:pt x="33736" y="19035"/>
                </a:cubicBezTo>
                <a:cubicBezTo>
                  <a:pt x="33724" y="19040"/>
                  <a:pt x="33710" y="19044"/>
                  <a:pt x="33697" y="19047"/>
                </a:cubicBezTo>
                <a:cubicBezTo>
                  <a:pt x="33683" y="19049"/>
                  <a:pt x="33669" y="19050"/>
                  <a:pt x="33656" y="19050"/>
                </a:cubicBezTo>
                <a:lnTo>
                  <a:pt x="211" y="19050"/>
                </a:lnTo>
                <a:cubicBezTo>
                  <a:pt x="197" y="19050"/>
                  <a:pt x="183" y="19049"/>
                  <a:pt x="170" y="19047"/>
                </a:cubicBezTo>
                <a:cubicBezTo>
                  <a:pt x="156" y="19044"/>
                  <a:pt x="143" y="19040"/>
                  <a:pt x="130" y="19035"/>
                </a:cubicBezTo>
                <a:cubicBezTo>
                  <a:pt x="117" y="19030"/>
                  <a:pt x="105" y="19024"/>
                  <a:pt x="94" y="19017"/>
                </a:cubicBezTo>
                <a:cubicBezTo>
                  <a:pt x="82" y="19010"/>
                  <a:pt x="71" y="19002"/>
                  <a:pt x="61" y="18992"/>
                </a:cubicBezTo>
                <a:cubicBezTo>
                  <a:pt x="52" y="18983"/>
                  <a:pt x="43" y="18973"/>
                  <a:pt x="35" y="18962"/>
                </a:cubicBezTo>
                <a:cubicBezTo>
                  <a:pt x="27" y="18951"/>
                  <a:pt x="21" y="18940"/>
                  <a:pt x="16" y="18928"/>
                </a:cubicBezTo>
                <a:cubicBezTo>
                  <a:pt x="10" y="18916"/>
                  <a:pt x="6" y="18903"/>
                  <a:pt x="4" y="18891"/>
                </a:cubicBezTo>
                <a:cubicBezTo>
                  <a:pt x="1" y="18878"/>
                  <a:pt x="0" y="18865"/>
                  <a:pt x="0" y="18852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8" name="图片 247"/>
          <p:cNvPicPr/>
          <p:nvPr/>
        </p:nvPicPr>
        <p:blipFill>
          <a:blip r:embed="rId2"/>
          <a:stretch/>
        </p:blipFill>
        <p:spPr>
          <a:xfrm>
            <a:off x="0" y="0"/>
            <a:ext cx="12191760" cy="1081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文本框 251"/>
          <p:cNvSpPr txBox="1"/>
          <p:nvPr/>
        </p:nvSpPr>
        <p:spPr>
          <a:xfrm>
            <a:off x="571320" y="357840"/>
            <a:ext cx="963000" cy="43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95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技术架构</a:t>
            </a:r>
            <a:endParaRPr lang="en-US" sz="2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F9A1996-2867-4712-310E-DC7ECA7B78AF}"/>
              </a:ext>
            </a:extLst>
          </p:cNvPr>
          <p:cNvGrpSpPr/>
          <p:nvPr/>
        </p:nvGrpSpPr>
        <p:grpSpPr>
          <a:xfrm>
            <a:off x="571140" y="2909340"/>
            <a:ext cx="11049480" cy="2116440"/>
            <a:chOff x="571320" y="4389840"/>
            <a:chExt cx="11049480" cy="2116440"/>
          </a:xfrm>
        </p:grpSpPr>
        <p:sp>
          <p:nvSpPr>
            <p:cNvPr id="215" name="任意多边形: 形状 214"/>
            <p:cNvSpPr/>
            <p:nvPr/>
          </p:nvSpPr>
          <p:spPr>
            <a:xfrm>
              <a:off x="590400" y="4389840"/>
              <a:ext cx="2600640" cy="2110680"/>
            </a:xfrm>
            <a:custGeom>
              <a:avLst/>
              <a:gdLst/>
              <a:ahLst/>
              <a:cxnLst/>
              <a:rect l="0" t="0" r="r" b="b"/>
              <a:pathLst>
                <a:path w="7224" h="5863">
                  <a:moveTo>
                    <a:pt x="0" y="5615"/>
                  </a:moveTo>
                  <a:lnTo>
                    <a:pt x="0" y="249"/>
                  </a:lnTo>
                  <a:cubicBezTo>
                    <a:pt x="0" y="233"/>
                    <a:pt x="1" y="216"/>
                    <a:pt x="4" y="200"/>
                  </a:cubicBezTo>
                  <a:cubicBezTo>
                    <a:pt x="7" y="184"/>
                    <a:pt x="11" y="169"/>
                    <a:pt x="16" y="154"/>
                  </a:cubicBezTo>
                  <a:cubicBezTo>
                    <a:pt x="21" y="139"/>
                    <a:pt x="28" y="124"/>
                    <a:pt x="36" y="111"/>
                  </a:cubicBezTo>
                  <a:cubicBezTo>
                    <a:pt x="43" y="97"/>
                    <a:pt x="52" y="85"/>
                    <a:pt x="62" y="73"/>
                  </a:cubicBezTo>
                  <a:cubicBezTo>
                    <a:pt x="72" y="62"/>
                    <a:pt x="82" y="51"/>
                    <a:pt x="94" y="42"/>
                  </a:cubicBezTo>
                  <a:cubicBezTo>
                    <a:pt x="106" y="33"/>
                    <a:pt x="118" y="26"/>
                    <a:pt x="131" y="19"/>
                  </a:cubicBezTo>
                  <a:cubicBezTo>
                    <a:pt x="143" y="13"/>
                    <a:pt x="157" y="8"/>
                    <a:pt x="170" y="5"/>
                  </a:cubicBezTo>
                  <a:cubicBezTo>
                    <a:pt x="184" y="2"/>
                    <a:pt x="198" y="0"/>
                    <a:pt x="212" y="0"/>
                  </a:cubicBezTo>
                  <a:lnTo>
                    <a:pt x="6959" y="0"/>
                  </a:lnTo>
                  <a:cubicBezTo>
                    <a:pt x="6977" y="0"/>
                    <a:pt x="6994" y="2"/>
                    <a:pt x="7011" y="5"/>
                  </a:cubicBezTo>
                  <a:cubicBezTo>
                    <a:pt x="7028" y="8"/>
                    <a:pt x="7045" y="13"/>
                    <a:pt x="7061" y="19"/>
                  </a:cubicBezTo>
                  <a:cubicBezTo>
                    <a:pt x="7077" y="26"/>
                    <a:pt x="7092" y="33"/>
                    <a:pt x="7106" y="42"/>
                  </a:cubicBezTo>
                  <a:cubicBezTo>
                    <a:pt x="7121" y="51"/>
                    <a:pt x="7134" y="62"/>
                    <a:pt x="7147" y="73"/>
                  </a:cubicBezTo>
                  <a:cubicBezTo>
                    <a:pt x="7159" y="85"/>
                    <a:pt x="7170" y="97"/>
                    <a:pt x="7179" y="111"/>
                  </a:cubicBezTo>
                  <a:cubicBezTo>
                    <a:pt x="7189" y="124"/>
                    <a:pt x="7197" y="139"/>
                    <a:pt x="7204" y="154"/>
                  </a:cubicBezTo>
                  <a:cubicBezTo>
                    <a:pt x="7211" y="169"/>
                    <a:pt x="7216" y="184"/>
                    <a:pt x="7219" y="200"/>
                  </a:cubicBezTo>
                  <a:cubicBezTo>
                    <a:pt x="7222" y="216"/>
                    <a:pt x="7224" y="233"/>
                    <a:pt x="7224" y="249"/>
                  </a:cubicBezTo>
                  <a:lnTo>
                    <a:pt x="7224" y="5615"/>
                  </a:lnTo>
                  <a:cubicBezTo>
                    <a:pt x="7224" y="5631"/>
                    <a:pt x="7222" y="5647"/>
                    <a:pt x="7219" y="5663"/>
                  </a:cubicBezTo>
                  <a:cubicBezTo>
                    <a:pt x="7216" y="5679"/>
                    <a:pt x="7211" y="5695"/>
                    <a:pt x="7204" y="5710"/>
                  </a:cubicBezTo>
                  <a:cubicBezTo>
                    <a:pt x="7197" y="5725"/>
                    <a:pt x="7189" y="5739"/>
                    <a:pt x="7179" y="5753"/>
                  </a:cubicBezTo>
                  <a:cubicBezTo>
                    <a:pt x="7170" y="5766"/>
                    <a:pt x="7159" y="5779"/>
                    <a:pt x="7147" y="5790"/>
                  </a:cubicBezTo>
                  <a:cubicBezTo>
                    <a:pt x="7134" y="5802"/>
                    <a:pt x="7121" y="5812"/>
                    <a:pt x="7106" y="5821"/>
                  </a:cubicBezTo>
                  <a:cubicBezTo>
                    <a:pt x="7092" y="5830"/>
                    <a:pt x="7077" y="5838"/>
                    <a:pt x="7061" y="5844"/>
                  </a:cubicBezTo>
                  <a:cubicBezTo>
                    <a:pt x="7045" y="5850"/>
                    <a:pt x="7028" y="5855"/>
                    <a:pt x="7011" y="5858"/>
                  </a:cubicBezTo>
                  <a:cubicBezTo>
                    <a:pt x="6994" y="5861"/>
                    <a:pt x="6977" y="5863"/>
                    <a:pt x="6959" y="5863"/>
                  </a:cubicBezTo>
                  <a:lnTo>
                    <a:pt x="212" y="5863"/>
                  </a:lnTo>
                  <a:cubicBezTo>
                    <a:pt x="198" y="5863"/>
                    <a:pt x="184" y="5861"/>
                    <a:pt x="170" y="5858"/>
                  </a:cubicBezTo>
                  <a:cubicBezTo>
                    <a:pt x="157" y="5855"/>
                    <a:pt x="143" y="5850"/>
                    <a:pt x="131" y="5844"/>
                  </a:cubicBezTo>
                  <a:cubicBezTo>
                    <a:pt x="118" y="5838"/>
                    <a:pt x="106" y="5830"/>
                    <a:pt x="94" y="5821"/>
                  </a:cubicBezTo>
                  <a:cubicBezTo>
                    <a:pt x="82" y="5812"/>
                    <a:pt x="72" y="5802"/>
                    <a:pt x="62" y="5790"/>
                  </a:cubicBezTo>
                  <a:cubicBezTo>
                    <a:pt x="52" y="5779"/>
                    <a:pt x="43" y="5766"/>
                    <a:pt x="36" y="5753"/>
                  </a:cubicBezTo>
                  <a:cubicBezTo>
                    <a:pt x="28" y="5739"/>
                    <a:pt x="21" y="5725"/>
                    <a:pt x="16" y="5710"/>
                  </a:cubicBezTo>
                  <a:cubicBezTo>
                    <a:pt x="11" y="5695"/>
                    <a:pt x="7" y="5679"/>
                    <a:pt x="4" y="5663"/>
                  </a:cubicBezTo>
                  <a:cubicBezTo>
                    <a:pt x="1" y="5647"/>
                    <a:pt x="0" y="5631"/>
                    <a:pt x="0" y="5615"/>
                  </a:cubicBezTo>
                  <a:close/>
                </a:path>
              </a:pathLst>
            </a:custGeom>
            <a:solidFill>
              <a:srgbClr val="F8F9F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6" name="任意多边形: 形状 215"/>
            <p:cNvSpPr/>
            <p:nvPr/>
          </p:nvSpPr>
          <p:spPr>
            <a:xfrm>
              <a:off x="571320" y="4389840"/>
              <a:ext cx="95760" cy="2110680"/>
            </a:xfrm>
            <a:custGeom>
              <a:avLst/>
              <a:gdLst/>
              <a:ahLst/>
              <a:cxnLst/>
              <a:rect l="0" t="0" r="r" b="b"/>
              <a:pathLst>
                <a:path w="266" h="5863">
                  <a:moveTo>
                    <a:pt x="0" y="0"/>
                  </a:moveTo>
                  <a:lnTo>
                    <a:pt x="266" y="0"/>
                  </a:lnTo>
                  <a:lnTo>
                    <a:pt x="266" y="5863"/>
                  </a:lnTo>
                  <a:lnTo>
                    <a:pt x="0" y="5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6CB7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7" name="文本框 216"/>
            <p:cNvSpPr txBox="1"/>
            <p:nvPr/>
          </p:nvSpPr>
          <p:spPr>
            <a:xfrm>
              <a:off x="847800" y="4610160"/>
              <a:ext cx="342360" cy="375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2530" b="0" u="none" strike="noStrike">
                  <a:solidFill>
                    <a:srgbClr val="4B6CB7"/>
                  </a:solidFill>
                  <a:effectLst/>
                  <a:uFillTx/>
                  <a:latin typeface="NotoColorEmoji"/>
                  <a:ea typeface="NotoColorEmoji"/>
                </a:rPr>
                <a:t>🖥</a:t>
              </a:r>
              <a:endParaRPr lang="en-US" sz="253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8" name="文本框 217"/>
            <p:cNvSpPr txBox="1"/>
            <p:nvPr/>
          </p:nvSpPr>
          <p:spPr>
            <a:xfrm>
              <a:off x="847800" y="5235840"/>
              <a:ext cx="505440" cy="2289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550" b="0" u="none" strike="noStrike">
                  <a:solidFill>
                    <a:srgbClr val="2C3E50"/>
                  </a:solidFill>
                  <a:effectLst/>
                  <a:uFillTx/>
                  <a:latin typeface="NotoSansCJKsc"/>
                  <a:ea typeface="NotoSansCJKsc"/>
                </a:rPr>
                <a:t>前端技术</a:t>
              </a:r>
              <a:endParaRPr lang="en-US" sz="155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19" name="文本框 218"/>
            <p:cNvSpPr txBox="1"/>
            <p:nvPr/>
          </p:nvSpPr>
          <p:spPr>
            <a:xfrm>
              <a:off x="847800" y="5657400"/>
              <a:ext cx="1134360" cy="178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260" b="1" u="none" strike="noStrike">
                  <a:solidFill>
                    <a:srgbClr val="4B6CB7"/>
                  </a:solidFill>
                  <a:effectLst/>
                  <a:uFillTx/>
                  <a:latin typeface="Arial"/>
                  <a:ea typeface="Arial"/>
                </a:rPr>
                <a:t>Vue + Uniapp</a:t>
              </a:r>
              <a:r>
                <a:rPr lang="en-US" sz="1260" b="0" u="none" strike="noStrike">
                  <a:solidFill>
                    <a:srgbClr val="4A5568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0" name="文本框 219"/>
            <p:cNvSpPr txBox="1"/>
            <p:nvPr/>
          </p:nvSpPr>
          <p:spPr>
            <a:xfrm>
              <a:off x="1980000" y="5653440"/>
              <a:ext cx="513000" cy="186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260" b="0" u="none" strike="noStrike">
                  <a:solidFill>
                    <a:srgbClr val="4A5568"/>
                  </a:solidFill>
                  <a:effectLst/>
                  <a:uFillTx/>
                  <a:latin typeface="NotoSansCJKsc"/>
                  <a:ea typeface="NotoSansCJKsc"/>
                </a:rPr>
                <a:t>实现跨平台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1" name="任意多边形: 形状 220"/>
            <p:cNvSpPr/>
            <p:nvPr/>
          </p:nvSpPr>
          <p:spPr>
            <a:xfrm>
              <a:off x="3400200" y="4389840"/>
              <a:ext cx="2600640" cy="2110680"/>
            </a:xfrm>
            <a:custGeom>
              <a:avLst/>
              <a:gdLst/>
              <a:ahLst/>
              <a:cxnLst/>
              <a:rect l="0" t="0" r="r" b="b"/>
              <a:pathLst>
                <a:path w="7224" h="5863">
                  <a:moveTo>
                    <a:pt x="0" y="5615"/>
                  </a:moveTo>
                  <a:lnTo>
                    <a:pt x="0" y="249"/>
                  </a:lnTo>
                  <a:cubicBezTo>
                    <a:pt x="0" y="233"/>
                    <a:pt x="1" y="216"/>
                    <a:pt x="4" y="200"/>
                  </a:cubicBezTo>
                  <a:cubicBezTo>
                    <a:pt x="7" y="184"/>
                    <a:pt x="11" y="169"/>
                    <a:pt x="16" y="154"/>
                  </a:cubicBezTo>
                  <a:cubicBezTo>
                    <a:pt x="22" y="139"/>
                    <a:pt x="28" y="124"/>
                    <a:pt x="36" y="111"/>
                  </a:cubicBezTo>
                  <a:cubicBezTo>
                    <a:pt x="44" y="97"/>
                    <a:pt x="52" y="85"/>
                    <a:pt x="62" y="73"/>
                  </a:cubicBezTo>
                  <a:cubicBezTo>
                    <a:pt x="72" y="62"/>
                    <a:pt x="83" y="51"/>
                    <a:pt x="94" y="42"/>
                  </a:cubicBezTo>
                  <a:cubicBezTo>
                    <a:pt x="106" y="33"/>
                    <a:pt x="118" y="26"/>
                    <a:pt x="131" y="19"/>
                  </a:cubicBezTo>
                  <a:cubicBezTo>
                    <a:pt x="144" y="13"/>
                    <a:pt x="157" y="8"/>
                    <a:pt x="170" y="5"/>
                  </a:cubicBezTo>
                  <a:cubicBezTo>
                    <a:pt x="184" y="2"/>
                    <a:pt x="198" y="0"/>
                    <a:pt x="212" y="0"/>
                  </a:cubicBezTo>
                  <a:lnTo>
                    <a:pt x="6960" y="0"/>
                  </a:lnTo>
                  <a:cubicBezTo>
                    <a:pt x="6977" y="0"/>
                    <a:pt x="6994" y="2"/>
                    <a:pt x="7011" y="5"/>
                  </a:cubicBezTo>
                  <a:cubicBezTo>
                    <a:pt x="7028" y="8"/>
                    <a:pt x="7045" y="13"/>
                    <a:pt x="7061" y="19"/>
                  </a:cubicBezTo>
                  <a:cubicBezTo>
                    <a:pt x="7077" y="26"/>
                    <a:pt x="7092" y="33"/>
                    <a:pt x="7107" y="42"/>
                  </a:cubicBezTo>
                  <a:cubicBezTo>
                    <a:pt x="7121" y="51"/>
                    <a:pt x="7134" y="62"/>
                    <a:pt x="7147" y="73"/>
                  </a:cubicBezTo>
                  <a:cubicBezTo>
                    <a:pt x="7159" y="85"/>
                    <a:pt x="7170" y="97"/>
                    <a:pt x="7180" y="111"/>
                  </a:cubicBezTo>
                  <a:cubicBezTo>
                    <a:pt x="7189" y="124"/>
                    <a:pt x="7197" y="139"/>
                    <a:pt x="7204" y="154"/>
                  </a:cubicBezTo>
                  <a:cubicBezTo>
                    <a:pt x="7211" y="169"/>
                    <a:pt x="7216" y="184"/>
                    <a:pt x="7219" y="200"/>
                  </a:cubicBezTo>
                  <a:cubicBezTo>
                    <a:pt x="7223" y="216"/>
                    <a:pt x="7224" y="233"/>
                    <a:pt x="7224" y="249"/>
                  </a:cubicBezTo>
                  <a:lnTo>
                    <a:pt x="7224" y="5615"/>
                  </a:lnTo>
                  <a:cubicBezTo>
                    <a:pt x="7224" y="5631"/>
                    <a:pt x="7223" y="5647"/>
                    <a:pt x="7219" y="5663"/>
                  </a:cubicBezTo>
                  <a:cubicBezTo>
                    <a:pt x="7216" y="5679"/>
                    <a:pt x="7211" y="5695"/>
                    <a:pt x="7204" y="5710"/>
                  </a:cubicBezTo>
                  <a:cubicBezTo>
                    <a:pt x="7197" y="5725"/>
                    <a:pt x="7189" y="5739"/>
                    <a:pt x="7180" y="5753"/>
                  </a:cubicBezTo>
                  <a:cubicBezTo>
                    <a:pt x="7170" y="5766"/>
                    <a:pt x="7159" y="5779"/>
                    <a:pt x="7147" y="5790"/>
                  </a:cubicBezTo>
                  <a:cubicBezTo>
                    <a:pt x="7134" y="5802"/>
                    <a:pt x="7121" y="5812"/>
                    <a:pt x="7107" y="5821"/>
                  </a:cubicBezTo>
                  <a:cubicBezTo>
                    <a:pt x="7092" y="5830"/>
                    <a:pt x="7077" y="5838"/>
                    <a:pt x="7061" y="5844"/>
                  </a:cubicBezTo>
                  <a:cubicBezTo>
                    <a:pt x="7045" y="5850"/>
                    <a:pt x="7028" y="5855"/>
                    <a:pt x="7011" y="5858"/>
                  </a:cubicBezTo>
                  <a:cubicBezTo>
                    <a:pt x="6994" y="5861"/>
                    <a:pt x="6977" y="5863"/>
                    <a:pt x="6960" y="5863"/>
                  </a:cubicBezTo>
                  <a:lnTo>
                    <a:pt x="212" y="5863"/>
                  </a:lnTo>
                  <a:cubicBezTo>
                    <a:pt x="198" y="5863"/>
                    <a:pt x="184" y="5861"/>
                    <a:pt x="170" y="5858"/>
                  </a:cubicBezTo>
                  <a:cubicBezTo>
                    <a:pt x="157" y="5855"/>
                    <a:pt x="144" y="5850"/>
                    <a:pt x="131" y="5844"/>
                  </a:cubicBezTo>
                  <a:cubicBezTo>
                    <a:pt x="118" y="5838"/>
                    <a:pt x="106" y="5830"/>
                    <a:pt x="94" y="5821"/>
                  </a:cubicBezTo>
                  <a:cubicBezTo>
                    <a:pt x="83" y="5812"/>
                    <a:pt x="72" y="5802"/>
                    <a:pt x="62" y="5790"/>
                  </a:cubicBezTo>
                  <a:cubicBezTo>
                    <a:pt x="52" y="5779"/>
                    <a:pt x="44" y="5766"/>
                    <a:pt x="36" y="5753"/>
                  </a:cubicBezTo>
                  <a:cubicBezTo>
                    <a:pt x="28" y="5739"/>
                    <a:pt x="22" y="5725"/>
                    <a:pt x="16" y="5710"/>
                  </a:cubicBezTo>
                  <a:cubicBezTo>
                    <a:pt x="11" y="5695"/>
                    <a:pt x="7" y="5679"/>
                    <a:pt x="4" y="5663"/>
                  </a:cubicBezTo>
                  <a:cubicBezTo>
                    <a:pt x="1" y="5647"/>
                    <a:pt x="0" y="5631"/>
                    <a:pt x="0" y="5615"/>
                  </a:cubicBezTo>
                  <a:close/>
                </a:path>
              </a:pathLst>
            </a:custGeom>
            <a:solidFill>
              <a:srgbClr val="F8F9F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2" name="任意多边形: 形状 221"/>
            <p:cNvSpPr/>
            <p:nvPr/>
          </p:nvSpPr>
          <p:spPr>
            <a:xfrm>
              <a:off x="3381120" y="4389840"/>
              <a:ext cx="95760" cy="2110680"/>
            </a:xfrm>
            <a:custGeom>
              <a:avLst/>
              <a:gdLst/>
              <a:ahLst/>
              <a:cxnLst/>
              <a:rect l="0" t="0" r="r" b="b"/>
              <a:pathLst>
                <a:path w="266" h="5863">
                  <a:moveTo>
                    <a:pt x="0" y="0"/>
                  </a:moveTo>
                  <a:lnTo>
                    <a:pt x="266" y="0"/>
                  </a:lnTo>
                  <a:lnTo>
                    <a:pt x="266" y="5863"/>
                  </a:lnTo>
                  <a:lnTo>
                    <a:pt x="0" y="5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6CB7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3" name="文本框 222"/>
            <p:cNvSpPr txBox="1"/>
            <p:nvPr/>
          </p:nvSpPr>
          <p:spPr>
            <a:xfrm>
              <a:off x="847800" y="5895000"/>
              <a:ext cx="1229760" cy="186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260" b="0" u="none" strike="noStrike">
                  <a:solidFill>
                    <a:srgbClr val="4A5568"/>
                  </a:solidFill>
                  <a:effectLst/>
                  <a:uFillTx/>
                  <a:latin typeface="NotoSansCJKsc"/>
                  <a:ea typeface="NotoSansCJKsc"/>
                </a:rPr>
                <a:t>开发，确保多设备⼀致体验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4" name="文本框 223"/>
            <p:cNvSpPr txBox="1"/>
            <p:nvPr/>
          </p:nvSpPr>
          <p:spPr>
            <a:xfrm>
              <a:off x="3657600" y="4610160"/>
              <a:ext cx="342360" cy="375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2530" b="0" u="none" strike="noStrike">
                  <a:solidFill>
                    <a:srgbClr val="4B6CB7"/>
                  </a:solidFill>
                  <a:effectLst/>
                  <a:uFillTx/>
                  <a:latin typeface="NotoColorEmoji"/>
                  <a:ea typeface="NotoColorEmoji"/>
                </a:rPr>
                <a:t>🔧</a:t>
              </a:r>
              <a:endParaRPr lang="en-US" sz="253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5" name="文本框 224"/>
            <p:cNvSpPr txBox="1"/>
            <p:nvPr/>
          </p:nvSpPr>
          <p:spPr>
            <a:xfrm>
              <a:off x="3657600" y="5235840"/>
              <a:ext cx="505440" cy="2289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550" b="0" u="none" strike="noStrike">
                  <a:solidFill>
                    <a:srgbClr val="2C3E50"/>
                  </a:solidFill>
                  <a:effectLst/>
                  <a:uFillTx/>
                  <a:latin typeface="NotoSansCJKsc"/>
                  <a:ea typeface="NotoSansCJKsc"/>
                </a:rPr>
                <a:t>后端框架</a:t>
              </a:r>
              <a:endParaRPr lang="en-US" sz="155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6" name="文本框 225"/>
            <p:cNvSpPr txBox="1"/>
            <p:nvPr/>
          </p:nvSpPr>
          <p:spPr>
            <a:xfrm>
              <a:off x="3657600" y="5657400"/>
              <a:ext cx="1257480" cy="178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260" b="1" u="none" strike="noStrike">
                  <a:solidFill>
                    <a:srgbClr val="4B6CB7"/>
                  </a:solidFill>
                  <a:effectLst/>
                  <a:uFillTx/>
                  <a:latin typeface="Arial"/>
                  <a:ea typeface="Arial"/>
                </a:rPr>
                <a:t>Python + Flask</a:t>
              </a:r>
              <a:r>
                <a:rPr lang="en-US" sz="1260" b="0" u="none" strike="noStrike">
                  <a:solidFill>
                    <a:srgbClr val="4A5568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7" name="文本框 226"/>
            <p:cNvSpPr txBox="1"/>
            <p:nvPr/>
          </p:nvSpPr>
          <p:spPr>
            <a:xfrm>
              <a:off x="4920120" y="5653440"/>
              <a:ext cx="410400" cy="186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260" b="0" u="none" strike="noStrike">
                  <a:solidFill>
                    <a:srgbClr val="4A5568"/>
                  </a:solidFill>
                  <a:effectLst/>
                  <a:uFillTx/>
                  <a:latin typeface="NotoSansCJKsc"/>
                  <a:ea typeface="NotoSansCJKsc"/>
                </a:rPr>
                <a:t>提供⾼性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8" name="文本框 227"/>
            <p:cNvSpPr txBox="1"/>
            <p:nvPr/>
          </p:nvSpPr>
          <p:spPr>
            <a:xfrm>
              <a:off x="3657600" y="5895000"/>
              <a:ext cx="171000" cy="186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260" b="0" u="none" strike="noStrike">
                  <a:solidFill>
                    <a:srgbClr val="4A5568"/>
                  </a:solidFill>
                  <a:effectLst/>
                  <a:uFillTx/>
                  <a:latin typeface="NotoSansCJKsc"/>
                  <a:ea typeface="NotoSansCJKsc"/>
                </a:rPr>
                <a:t>能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29" name="文本框 228"/>
            <p:cNvSpPr txBox="1"/>
            <p:nvPr/>
          </p:nvSpPr>
          <p:spPr>
            <a:xfrm>
              <a:off x="3828960" y="5898600"/>
              <a:ext cx="275760" cy="178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260" b="0" u="none" strike="noStrike">
                  <a:solidFill>
                    <a:srgbClr val="4A5568"/>
                  </a:solidFill>
                  <a:effectLst/>
                  <a:uFillTx/>
                  <a:latin typeface="Arial"/>
                  <a:ea typeface="Arial"/>
                </a:rPr>
                <a:t>API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0" name="任意多边形: 形状 229"/>
            <p:cNvSpPr/>
            <p:nvPr/>
          </p:nvSpPr>
          <p:spPr>
            <a:xfrm>
              <a:off x="6210000" y="4389840"/>
              <a:ext cx="2600640" cy="2110680"/>
            </a:xfrm>
            <a:custGeom>
              <a:avLst/>
              <a:gdLst/>
              <a:ahLst/>
              <a:cxnLst/>
              <a:rect l="0" t="0" r="r" b="b"/>
              <a:pathLst>
                <a:path w="7224" h="5863">
                  <a:moveTo>
                    <a:pt x="0" y="5615"/>
                  </a:moveTo>
                  <a:lnTo>
                    <a:pt x="0" y="249"/>
                  </a:lnTo>
                  <a:cubicBezTo>
                    <a:pt x="0" y="233"/>
                    <a:pt x="2" y="216"/>
                    <a:pt x="4" y="200"/>
                  </a:cubicBezTo>
                  <a:cubicBezTo>
                    <a:pt x="7" y="184"/>
                    <a:pt x="11" y="169"/>
                    <a:pt x="16" y="154"/>
                  </a:cubicBezTo>
                  <a:cubicBezTo>
                    <a:pt x="22" y="139"/>
                    <a:pt x="28" y="124"/>
                    <a:pt x="36" y="111"/>
                  </a:cubicBezTo>
                  <a:cubicBezTo>
                    <a:pt x="44" y="97"/>
                    <a:pt x="52" y="85"/>
                    <a:pt x="62" y="73"/>
                  </a:cubicBezTo>
                  <a:cubicBezTo>
                    <a:pt x="72" y="62"/>
                    <a:pt x="83" y="51"/>
                    <a:pt x="94" y="42"/>
                  </a:cubicBezTo>
                  <a:cubicBezTo>
                    <a:pt x="106" y="33"/>
                    <a:pt x="118" y="26"/>
                    <a:pt x="131" y="19"/>
                  </a:cubicBezTo>
                  <a:cubicBezTo>
                    <a:pt x="144" y="13"/>
                    <a:pt x="157" y="8"/>
                    <a:pt x="171" y="5"/>
                  </a:cubicBezTo>
                  <a:cubicBezTo>
                    <a:pt x="184" y="2"/>
                    <a:pt x="198" y="0"/>
                    <a:pt x="212" y="0"/>
                  </a:cubicBezTo>
                  <a:lnTo>
                    <a:pt x="6960" y="0"/>
                  </a:lnTo>
                  <a:cubicBezTo>
                    <a:pt x="6977" y="0"/>
                    <a:pt x="6994" y="2"/>
                    <a:pt x="7011" y="5"/>
                  </a:cubicBezTo>
                  <a:cubicBezTo>
                    <a:pt x="7029" y="8"/>
                    <a:pt x="7045" y="13"/>
                    <a:pt x="7061" y="19"/>
                  </a:cubicBezTo>
                  <a:cubicBezTo>
                    <a:pt x="7077" y="26"/>
                    <a:pt x="7092" y="33"/>
                    <a:pt x="7107" y="42"/>
                  </a:cubicBezTo>
                  <a:cubicBezTo>
                    <a:pt x="7121" y="51"/>
                    <a:pt x="7135" y="62"/>
                    <a:pt x="7147" y="73"/>
                  </a:cubicBezTo>
                  <a:cubicBezTo>
                    <a:pt x="7159" y="85"/>
                    <a:pt x="7170" y="97"/>
                    <a:pt x="7180" y="111"/>
                  </a:cubicBezTo>
                  <a:cubicBezTo>
                    <a:pt x="7190" y="124"/>
                    <a:pt x="7198" y="139"/>
                    <a:pt x="7204" y="154"/>
                  </a:cubicBezTo>
                  <a:cubicBezTo>
                    <a:pt x="7211" y="169"/>
                    <a:pt x="7216" y="184"/>
                    <a:pt x="7219" y="200"/>
                  </a:cubicBezTo>
                  <a:cubicBezTo>
                    <a:pt x="7223" y="216"/>
                    <a:pt x="7224" y="233"/>
                    <a:pt x="7224" y="249"/>
                  </a:cubicBezTo>
                  <a:lnTo>
                    <a:pt x="7224" y="5615"/>
                  </a:lnTo>
                  <a:cubicBezTo>
                    <a:pt x="7224" y="5631"/>
                    <a:pt x="7223" y="5647"/>
                    <a:pt x="7219" y="5663"/>
                  </a:cubicBezTo>
                  <a:cubicBezTo>
                    <a:pt x="7216" y="5679"/>
                    <a:pt x="7211" y="5695"/>
                    <a:pt x="7204" y="5710"/>
                  </a:cubicBezTo>
                  <a:cubicBezTo>
                    <a:pt x="7198" y="5725"/>
                    <a:pt x="7190" y="5739"/>
                    <a:pt x="7180" y="5753"/>
                  </a:cubicBezTo>
                  <a:cubicBezTo>
                    <a:pt x="7170" y="5766"/>
                    <a:pt x="7159" y="5779"/>
                    <a:pt x="7147" y="5790"/>
                  </a:cubicBezTo>
                  <a:cubicBezTo>
                    <a:pt x="7135" y="5802"/>
                    <a:pt x="7121" y="5812"/>
                    <a:pt x="7107" y="5821"/>
                  </a:cubicBezTo>
                  <a:cubicBezTo>
                    <a:pt x="7092" y="5830"/>
                    <a:pt x="7077" y="5838"/>
                    <a:pt x="7061" y="5844"/>
                  </a:cubicBezTo>
                  <a:cubicBezTo>
                    <a:pt x="7045" y="5850"/>
                    <a:pt x="7029" y="5855"/>
                    <a:pt x="7011" y="5858"/>
                  </a:cubicBezTo>
                  <a:cubicBezTo>
                    <a:pt x="6994" y="5861"/>
                    <a:pt x="6977" y="5863"/>
                    <a:pt x="6960" y="5863"/>
                  </a:cubicBezTo>
                  <a:lnTo>
                    <a:pt x="212" y="5863"/>
                  </a:lnTo>
                  <a:cubicBezTo>
                    <a:pt x="198" y="5863"/>
                    <a:pt x="184" y="5861"/>
                    <a:pt x="171" y="5858"/>
                  </a:cubicBezTo>
                  <a:cubicBezTo>
                    <a:pt x="157" y="5855"/>
                    <a:pt x="144" y="5850"/>
                    <a:pt x="131" y="5844"/>
                  </a:cubicBezTo>
                  <a:cubicBezTo>
                    <a:pt x="118" y="5838"/>
                    <a:pt x="106" y="5830"/>
                    <a:pt x="94" y="5821"/>
                  </a:cubicBezTo>
                  <a:cubicBezTo>
                    <a:pt x="83" y="5812"/>
                    <a:pt x="72" y="5802"/>
                    <a:pt x="62" y="5790"/>
                  </a:cubicBezTo>
                  <a:cubicBezTo>
                    <a:pt x="52" y="5779"/>
                    <a:pt x="44" y="5766"/>
                    <a:pt x="36" y="5753"/>
                  </a:cubicBezTo>
                  <a:cubicBezTo>
                    <a:pt x="28" y="5739"/>
                    <a:pt x="22" y="5725"/>
                    <a:pt x="16" y="5710"/>
                  </a:cubicBezTo>
                  <a:cubicBezTo>
                    <a:pt x="11" y="5695"/>
                    <a:pt x="7" y="5679"/>
                    <a:pt x="4" y="5663"/>
                  </a:cubicBezTo>
                  <a:cubicBezTo>
                    <a:pt x="2" y="5647"/>
                    <a:pt x="0" y="5631"/>
                    <a:pt x="0" y="5615"/>
                  </a:cubicBezTo>
                  <a:close/>
                </a:path>
              </a:pathLst>
            </a:custGeom>
            <a:solidFill>
              <a:srgbClr val="F8F9F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1" name="任意多边形: 形状 230"/>
            <p:cNvSpPr/>
            <p:nvPr/>
          </p:nvSpPr>
          <p:spPr>
            <a:xfrm>
              <a:off x="6190920" y="4389840"/>
              <a:ext cx="95760" cy="2110680"/>
            </a:xfrm>
            <a:custGeom>
              <a:avLst/>
              <a:gdLst/>
              <a:ahLst/>
              <a:cxnLst/>
              <a:rect l="0" t="0" r="r" b="b"/>
              <a:pathLst>
                <a:path w="266" h="5863">
                  <a:moveTo>
                    <a:pt x="0" y="0"/>
                  </a:moveTo>
                  <a:lnTo>
                    <a:pt x="266" y="0"/>
                  </a:lnTo>
                  <a:lnTo>
                    <a:pt x="266" y="5863"/>
                  </a:lnTo>
                  <a:lnTo>
                    <a:pt x="0" y="5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6CB7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2" name="文本框 231"/>
            <p:cNvSpPr txBox="1"/>
            <p:nvPr/>
          </p:nvSpPr>
          <p:spPr>
            <a:xfrm>
              <a:off x="4105440" y="5895000"/>
              <a:ext cx="922680" cy="186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260" b="0" u="none" strike="noStrike">
                  <a:solidFill>
                    <a:srgbClr val="4A5568"/>
                  </a:solidFill>
                  <a:effectLst/>
                  <a:uFillTx/>
                  <a:latin typeface="NotoSansCJKsc"/>
                  <a:ea typeface="NotoSansCJKsc"/>
                </a:rPr>
                <a:t>服务与业务逻辑处理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3" name="文本框 232"/>
            <p:cNvSpPr txBox="1"/>
            <p:nvPr/>
          </p:nvSpPr>
          <p:spPr>
            <a:xfrm>
              <a:off x="6467400" y="4610160"/>
              <a:ext cx="342360" cy="375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2530" b="0" u="none" strike="noStrike">
                  <a:solidFill>
                    <a:srgbClr val="4B6CB7"/>
                  </a:solidFill>
                  <a:effectLst/>
                  <a:uFillTx/>
                  <a:latin typeface="NotoColorEmoji"/>
                  <a:ea typeface="NotoColorEmoji"/>
                </a:rPr>
                <a:t>💾</a:t>
              </a:r>
              <a:endParaRPr lang="en-US" sz="253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4" name="文本框 233"/>
            <p:cNvSpPr txBox="1"/>
            <p:nvPr/>
          </p:nvSpPr>
          <p:spPr>
            <a:xfrm>
              <a:off x="6467400" y="5235840"/>
              <a:ext cx="505440" cy="2289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550" b="0" u="none" strike="noStrike">
                  <a:solidFill>
                    <a:srgbClr val="2C3E50"/>
                  </a:solidFill>
                  <a:effectLst/>
                  <a:uFillTx/>
                  <a:latin typeface="NotoSansCJKsc"/>
                  <a:ea typeface="NotoSansCJKsc"/>
                </a:rPr>
                <a:t>数据存储</a:t>
              </a:r>
              <a:endParaRPr lang="en-US" sz="155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5" name="文本框 234"/>
            <p:cNvSpPr txBox="1"/>
            <p:nvPr/>
          </p:nvSpPr>
          <p:spPr>
            <a:xfrm>
              <a:off x="6467400" y="5657400"/>
              <a:ext cx="636120" cy="178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260" b="1" u="none" strike="noStrike">
                  <a:solidFill>
                    <a:srgbClr val="4B6CB7"/>
                  </a:solidFill>
                  <a:effectLst/>
                  <a:uFillTx/>
                  <a:latin typeface="Arial"/>
                  <a:ea typeface="Arial"/>
                </a:rPr>
                <a:t>MySQL</a:t>
              </a:r>
              <a:r>
                <a:rPr lang="en-US" sz="1260" b="0" u="none" strike="noStrike">
                  <a:solidFill>
                    <a:srgbClr val="4A5568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6" name="文本框 235"/>
            <p:cNvSpPr txBox="1"/>
            <p:nvPr/>
          </p:nvSpPr>
          <p:spPr>
            <a:xfrm>
              <a:off x="7105680" y="5653440"/>
              <a:ext cx="513000" cy="186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260" b="0" u="none" strike="noStrike">
                  <a:solidFill>
                    <a:srgbClr val="4A5568"/>
                  </a:solidFill>
                  <a:effectLst/>
                  <a:uFillTx/>
                  <a:latin typeface="NotoSansCJKsc"/>
                  <a:ea typeface="NotoSansCJKsc"/>
                </a:rPr>
                <a:t>持久化存储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7" name="文本框 236"/>
            <p:cNvSpPr txBox="1"/>
            <p:nvPr/>
          </p:nvSpPr>
          <p:spPr>
            <a:xfrm>
              <a:off x="7963200" y="5657400"/>
              <a:ext cx="171000" cy="178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260" b="0" u="none" strike="noStrike">
                  <a:solidFill>
                    <a:srgbClr val="4A5568"/>
                  </a:solidFill>
                  <a:effectLst/>
                  <a:uFillTx/>
                  <a:latin typeface="Arial"/>
                  <a:ea typeface="Arial"/>
                </a:rPr>
                <a:t> +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8" name="文本框 237"/>
            <p:cNvSpPr txBox="1"/>
            <p:nvPr/>
          </p:nvSpPr>
          <p:spPr>
            <a:xfrm>
              <a:off x="6467400" y="5898600"/>
              <a:ext cx="513000" cy="178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260" b="1" u="none" strike="noStrike">
                  <a:solidFill>
                    <a:srgbClr val="4B6CB7"/>
                  </a:solidFill>
                  <a:effectLst/>
                  <a:uFillTx/>
                  <a:latin typeface="Arial"/>
                  <a:ea typeface="Arial"/>
                </a:rPr>
                <a:t>Redis</a:t>
              </a:r>
              <a:r>
                <a:rPr lang="en-US" sz="1260" b="0" u="none" strike="noStrike">
                  <a:solidFill>
                    <a:srgbClr val="4A5568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39" name="任意多边形: 形状 238"/>
            <p:cNvSpPr/>
            <p:nvPr/>
          </p:nvSpPr>
          <p:spPr>
            <a:xfrm>
              <a:off x="9020160" y="4389840"/>
              <a:ext cx="2600640" cy="2110680"/>
            </a:xfrm>
            <a:custGeom>
              <a:avLst/>
              <a:gdLst/>
              <a:ahLst/>
              <a:cxnLst/>
              <a:rect l="0" t="0" r="r" b="b"/>
              <a:pathLst>
                <a:path w="7224" h="5863">
                  <a:moveTo>
                    <a:pt x="0" y="5615"/>
                  </a:moveTo>
                  <a:lnTo>
                    <a:pt x="0" y="249"/>
                  </a:lnTo>
                  <a:cubicBezTo>
                    <a:pt x="0" y="233"/>
                    <a:pt x="1" y="216"/>
                    <a:pt x="4" y="200"/>
                  </a:cubicBezTo>
                  <a:cubicBezTo>
                    <a:pt x="6" y="184"/>
                    <a:pt x="10" y="169"/>
                    <a:pt x="16" y="154"/>
                  </a:cubicBezTo>
                  <a:cubicBezTo>
                    <a:pt x="21" y="139"/>
                    <a:pt x="27" y="124"/>
                    <a:pt x="35" y="111"/>
                  </a:cubicBezTo>
                  <a:cubicBezTo>
                    <a:pt x="43" y="97"/>
                    <a:pt x="52" y="85"/>
                    <a:pt x="62" y="73"/>
                  </a:cubicBezTo>
                  <a:cubicBezTo>
                    <a:pt x="71" y="62"/>
                    <a:pt x="82" y="51"/>
                    <a:pt x="94" y="42"/>
                  </a:cubicBezTo>
                  <a:cubicBezTo>
                    <a:pt x="105" y="33"/>
                    <a:pt x="117" y="26"/>
                    <a:pt x="130" y="19"/>
                  </a:cubicBezTo>
                  <a:cubicBezTo>
                    <a:pt x="143" y="13"/>
                    <a:pt x="156" y="8"/>
                    <a:pt x="170" y="5"/>
                  </a:cubicBezTo>
                  <a:cubicBezTo>
                    <a:pt x="184" y="2"/>
                    <a:pt x="197" y="0"/>
                    <a:pt x="211" y="0"/>
                  </a:cubicBezTo>
                  <a:lnTo>
                    <a:pt x="6959" y="0"/>
                  </a:lnTo>
                  <a:cubicBezTo>
                    <a:pt x="6976" y="0"/>
                    <a:pt x="6994" y="2"/>
                    <a:pt x="7011" y="5"/>
                  </a:cubicBezTo>
                  <a:cubicBezTo>
                    <a:pt x="7028" y="8"/>
                    <a:pt x="7044" y="13"/>
                    <a:pt x="7060" y="19"/>
                  </a:cubicBezTo>
                  <a:cubicBezTo>
                    <a:pt x="7076" y="26"/>
                    <a:pt x="7092" y="33"/>
                    <a:pt x="7106" y="42"/>
                  </a:cubicBezTo>
                  <a:cubicBezTo>
                    <a:pt x="7121" y="51"/>
                    <a:pt x="7134" y="62"/>
                    <a:pt x="7146" y="73"/>
                  </a:cubicBezTo>
                  <a:cubicBezTo>
                    <a:pt x="7158" y="85"/>
                    <a:pt x="7169" y="97"/>
                    <a:pt x="7179" y="111"/>
                  </a:cubicBezTo>
                  <a:cubicBezTo>
                    <a:pt x="7189" y="124"/>
                    <a:pt x="7197" y="139"/>
                    <a:pt x="7204" y="154"/>
                  </a:cubicBezTo>
                  <a:cubicBezTo>
                    <a:pt x="7210" y="169"/>
                    <a:pt x="7215" y="184"/>
                    <a:pt x="7219" y="200"/>
                  </a:cubicBezTo>
                  <a:cubicBezTo>
                    <a:pt x="7222" y="216"/>
                    <a:pt x="7224" y="233"/>
                    <a:pt x="7224" y="249"/>
                  </a:cubicBezTo>
                  <a:lnTo>
                    <a:pt x="7224" y="5615"/>
                  </a:lnTo>
                  <a:cubicBezTo>
                    <a:pt x="7224" y="5631"/>
                    <a:pt x="7222" y="5647"/>
                    <a:pt x="7219" y="5663"/>
                  </a:cubicBezTo>
                  <a:cubicBezTo>
                    <a:pt x="7215" y="5679"/>
                    <a:pt x="7210" y="5695"/>
                    <a:pt x="7204" y="5710"/>
                  </a:cubicBezTo>
                  <a:cubicBezTo>
                    <a:pt x="7197" y="5725"/>
                    <a:pt x="7189" y="5739"/>
                    <a:pt x="7179" y="5753"/>
                  </a:cubicBezTo>
                  <a:cubicBezTo>
                    <a:pt x="7169" y="5766"/>
                    <a:pt x="7158" y="5779"/>
                    <a:pt x="7146" y="5790"/>
                  </a:cubicBezTo>
                  <a:cubicBezTo>
                    <a:pt x="7134" y="5802"/>
                    <a:pt x="7121" y="5812"/>
                    <a:pt x="7106" y="5821"/>
                  </a:cubicBezTo>
                  <a:cubicBezTo>
                    <a:pt x="7092" y="5830"/>
                    <a:pt x="7076" y="5838"/>
                    <a:pt x="7060" y="5844"/>
                  </a:cubicBezTo>
                  <a:cubicBezTo>
                    <a:pt x="7044" y="5850"/>
                    <a:pt x="7028" y="5855"/>
                    <a:pt x="7011" y="5858"/>
                  </a:cubicBezTo>
                  <a:cubicBezTo>
                    <a:pt x="6994" y="5861"/>
                    <a:pt x="6976" y="5863"/>
                    <a:pt x="6959" y="5863"/>
                  </a:cubicBezTo>
                  <a:lnTo>
                    <a:pt x="211" y="5863"/>
                  </a:lnTo>
                  <a:cubicBezTo>
                    <a:pt x="197" y="5863"/>
                    <a:pt x="184" y="5861"/>
                    <a:pt x="170" y="5858"/>
                  </a:cubicBezTo>
                  <a:cubicBezTo>
                    <a:pt x="156" y="5855"/>
                    <a:pt x="143" y="5850"/>
                    <a:pt x="130" y="5844"/>
                  </a:cubicBezTo>
                  <a:cubicBezTo>
                    <a:pt x="117" y="5838"/>
                    <a:pt x="105" y="5830"/>
                    <a:pt x="94" y="5821"/>
                  </a:cubicBezTo>
                  <a:cubicBezTo>
                    <a:pt x="82" y="5812"/>
                    <a:pt x="71" y="5802"/>
                    <a:pt x="62" y="5790"/>
                  </a:cubicBezTo>
                  <a:cubicBezTo>
                    <a:pt x="52" y="5779"/>
                    <a:pt x="43" y="5766"/>
                    <a:pt x="35" y="5753"/>
                  </a:cubicBezTo>
                  <a:cubicBezTo>
                    <a:pt x="27" y="5739"/>
                    <a:pt x="21" y="5725"/>
                    <a:pt x="16" y="5710"/>
                  </a:cubicBezTo>
                  <a:cubicBezTo>
                    <a:pt x="10" y="5695"/>
                    <a:pt x="6" y="5679"/>
                    <a:pt x="4" y="5663"/>
                  </a:cubicBezTo>
                  <a:cubicBezTo>
                    <a:pt x="1" y="5647"/>
                    <a:pt x="0" y="5631"/>
                    <a:pt x="0" y="5615"/>
                  </a:cubicBezTo>
                  <a:close/>
                </a:path>
              </a:pathLst>
            </a:custGeom>
            <a:solidFill>
              <a:srgbClr val="F8F9FC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0" name="任意多边形: 形状 239"/>
            <p:cNvSpPr/>
            <p:nvPr/>
          </p:nvSpPr>
          <p:spPr>
            <a:xfrm>
              <a:off x="9001080" y="4389840"/>
              <a:ext cx="95400" cy="2110680"/>
            </a:xfrm>
            <a:custGeom>
              <a:avLst/>
              <a:gdLst/>
              <a:ahLst/>
              <a:cxnLst/>
              <a:rect l="0" t="0" r="r" b="b"/>
              <a:pathLst>
                <a:path w="265" h="5863">
                  <a:moveTo>
                    <a:pt x="0" y="0"/>
                  </a:moveTo>
                  <a:lnTo>
                    <a:pt x="265" y="0"/>
                  </a:lnTo>
                  <a:lnTo>
                    <a:pt x="265" y="5863"/>
                  </a:lnTo>
                  <a:lnTo>
                    <a:pt x="0" y="58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B6CB7"/>
            </a:solidFill>
            <a:ln w="0">
              <a:noFill/>
            </a:ln>
          </p:spPr>
          <p:txBody>
            <a:bodyPr lIns="0" tIns="0" rIns="0" bIns="0" anchor="t">
              <a:noAutofit/>
            </a:bodyPr>
            <a:lstStyle/>
            <a:p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1" name="文本框 240"/>
            <p:cNvSpPr txBox="1"/>
            <p:nvPr/>
          </p:nvSpPr>
          <p:spPr>
            <a:xfrm>
              <a:off x="6982200" y="5895000"/>
              <a:ext cx="410400" cy="186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260" b="0" u="none" strike="noStrike">
                  <a:solidFill>
                    <a:srgbClr val="4A5568"/>
                  </a:solidFill>
                  <a:effectLst/>
                  <a:uFillTx/>
                  <a:latin typeface="NotoSansCJKsc"/>
                  <a:ea typeface="NotoSansCJKsc"/>
                </a:rPr>
                <a:t>⾼速缓存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2" name="文本框 241"/>
            <p:cNvSpPr txBox="1"/>
            <p:nvPr/>
          </p:nvSpPr>
          <p:spPr>
            <a:xfrm>
              <a:off x="9277200" y="4610160"/>
              <a:ext cx="342360" cy="375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2530" b="0" u="none" strike="noStrike">
                  <a:solidFill>
                    <a:srgbClr val="4B6CB7"/>
                  </a:solidFill>
                  <a:effectLst/>
                  <a:uFillTx/>
                  <a:latin typeface="NotoColorEmoji"/>
                  <a:ea typeface="NotoColorEmoji"/>
                </a:rPr>
                <a:t>🤖</a:t>
              </a:r>
              <a:endParaRPr lang="en-US" sz="253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3" name="文本框 242"/>
            <p:cNvSpPr txBox="1"/>
            <p:nvPr/>
          </p:nvSpPr>
          <p:spPr>
            <a:xfrm>
              <a:off x="9277200" y="5240520"/>
              <a:ext cx="210960" cy="2199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550" b="1" u="none" strike="noStrike">
                  <a:solidFill>
                    <a:srgbClr val="2C3E50"/>
                  </a:solidFill>
                  <a:effectLst/>
                  <a:uFillTx/>
                  <a:latin typeface="Arial"/>
                  <a:ea typeface="Arial"/>
                </a:rPr>
                <a:t>AI</a:t>
              </a:r>
              <a:endParaRPr lang="en-US" sz="155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4" name="文本框 243"/>
            <p:cNvSpPr txBox="1"/>
            <p:nvPr/>
          </p:nvSpPr>
          <p:spPr>
            <a:xfrm>
              <a:off x="9486720" y="5235840"/>
              <a:ext cx="253080" cy="2289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550" b="0" u="none" strike="noStrike">
                  <a:solidFill>
                    <a:srgbClr val="2C3E50"/>
                  </a:solidFill>
                  <a:effectLst/>
                  <a:uFillTx/>
                  <a:latin typeface="NotoSansCJKsc"/>
                  <a:ea typeface="NotoSansCJKsc"/>
                </a:rPr>
                <a:t>引擎</a:t>
              </a:r>
              <a:endParaRPr lang="en-US" sz="155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5" name="文本框 244"/>
            <p:cNvSpPr txBox="1"/>
            <p:nvPr/>
          </p:nvSpPr>
          <p:spPr>
            <a:xfrm>
              <a:off x="9277200" y="5653440"/>
              <a:ext cx="1025280" cy="186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260" b="0" u="none" strike="noStrike">
                  <a:solidFill>
                    <a:srgbClr val="4B6CB7"/>
                  </a:solidFill>
                  <a:effectLst/>
                  <a:uFillTx/>
                  <a:latin typeface="NotoSansCJKsc"/>
                  <a:ea typeface="NotoSansCJKsc"/>
                </a:rPr>
                <a:t>讯⻜⼤模型</a:t>
              </a:r>
              <a:r>
                <a:rPr lang="zh-CN" sz="1260" b="0" u="none" strike="noStrike">
                  <a:solidFill>
                    <a:srgbClr val="4A5568"/>
                  </a:solidFill>
                  <a:effectLst/>
                  <a:uFillTx/>
                  <a:latin typeface="NotoSansCJKsc"/>
                  <a:ea typeface="NotoSansCJKsc"/>
                </a:rPr>
                <a:t>（中国区）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6" name="文本框 245"/>
            <p:cNvSpPr txBox="1"/>
            <p:nvPr/>
          </p:nvSpPr>
          <p:spPr>
            <a:xfrm>
              <a:off x="10991880" y="5657400"/>
              <a:ext cx="171000" cy="178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260" b="0" u="none" strike="noStrike">
                  <a:solidFill>
                    <a:srgbClr val="4A5568"/>
                  </a:solidFill>
                  <a:effectLst/>
                  <a:uFillTx/>
                  <a:latin typeface="Arial"/>
                  <a:ea typeface="Arial"/>
                </a:rPr>
                <a:t> +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7" name="文本框 246"/>
            <p:cNvSpPr txBox="1"/>
            <p:nvPr/>
          </p:nvSpPr>
          <p:spPr>
            <a:xfrm>
              <a:off x="9277200" y="5898600"/>
              <a:ext cx="474840" cy="178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260" b="1" u="none" strike="noStrike">
                  <a:solidFill>
                    <a:srgbClr val="4B6CB7"/>
                  </a:solidFill>
                  <a:effectLst/>
                  <a:uFillTx/>
                  <a:latin typeface="Arial"/>
                  <a:ea typeface="Arial"/>
                </a:rPr>
                <a:t>Azure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49" name="文本框 248"/>
            <p:cNvSpPr txBox="1"/>
            <p:nvPr/>
          </p:nvSpPr>
          <p:spPr>
            <a:xfrm>
              <a:off x="9753840" y="5895000"/>
              <a:ext cx="922680" cy="18648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zh-CN" sz="1260" b="0" u="none" strike="noStrike">
                  <a:solidFill>
                    <a:srgbClr val="4A5568"/>
                  </a:solidFill>
                  <a:effectLst/>
                  <a:uFillTx/>
                  <a:latin typeface="NotoSansCJKsc"/>
                  <a:ea typeface="NotoSansCJKsc"/>
                </a:rPr>
                <a:t>（全球）双引擎⽀持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  <p:sp>
          <p:nvSpPr>
            <p:cNvPr id="254" name="文本框 253"/>
            <p:cNvSpPr txBox="1"/>
            <p:nvPr/>
          </p:nvSpPr>
          <p:spPr>
            <a:xfrm>
              <a:off x="5991120" y="6327720"/>
              <a:ext cx="171000" cy="1785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none" lIns="0" tIns="0" rIns="0" bIns="0" anchor="t">
              <a:spAutoFit/>
            </a:bodyPr>
            <a:lstStyle/>
            <a:p>
              <a:r>
                <a:rPr lang="en-US" sz="1260" b="0" u="none" strike="noStrike">
                  <a:solidFill>
                    <a:srgbClr val="718096"/>
                  </a:solidFill>
                  <a:effectLst/>
                  <a:uFillTx/>
                  <a:latin typeface="Arial"/>
                  <a:ea typeface="Arial"/>
                </a:rPr>
                <a:t> - </a:t>
              </a:r>
              <a:endParaRPr lang="en-US" sz="1260" b="0" u="none" strike="noStrike">
                <a:solidFill>
                  <a:srgbClr val="000000"/>
                </a:solidFill>
                <a:effectLst/>
                <a:uFillTx/>
                <a:latin typeface="Times New Roman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任意多边形: 形状 255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7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任意多边形: 形状 256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18921"/>
                </a:moveTo>
                <a:lnTo>
                  <a:pt x="0" y="129"/>
                </a:lnTo>
                <a:cubicBezTo>
                  <a:pt x="0" y="121"/>
                  <a:pt x="1" y="112"/>
                  <a:pt x="4" y="104"/>
                </a:cubicBezTo>
                <a:cubicBezTo>
                  <a:pt x="6" y="96"/>
                  <a:pt x="10" y="87"/>
                  <a:pt x="16" y="80"/>
                </a:cubicBezTo>
                <a:cubicBezTo>
                  <a:pt x="21" y="72"/>
                  <a:pt x="27" y="64"/>
                  <a:pt x="35" y="57"/>
                </a:cubicBezTo>
                <a:cubicBezTo>
                  <a:pt x="43" y="50"/>
                  <a:pt x="52" y="44"/>
                  <a:pt x="61" y="37"/>
                </a:cubicBezTo>
                <a:cubicBezTo>
                  <a:pt x="71" y="31"/>
                  <a:pt x="82" y="26"/>
                  <a:pt x="94" y="21"/>
                </a:cubicBezTo>
                <a:cubicBezTo>
                  <a:pt x="105" y="17"/>
                  <a:pt x="117" y="13"/>
                  <a:pt x="130" y="9"/>
                </a:cubicBezTo>
                <a:cubicBezTo>
                  <a:pt x="143" y="6"/>
                  <a:pt x="156" y="4"/>
                  <a:pt x="170" y="2"/>
                </a:cubicBezTo>
                <a:cubicBezTo>
                  <a:pt x="184" y="0"/>
                  <a:pt x="197" y="0"/>
                  <a:pt x="211" y="0"/>
                </a:cubicBezTo>
                <a:lnTo>
                  <a:pt x="33655" y="0"/>
                </a:lnTo>
                <a:cubicBezTo>
                  <a:pt x="33669" y="0"/>
                  <a:pt x="33683" y="0"/>
                  <a:pt x="33697" y="2"/>
                </a:cubicBezTo>
                <a:cubicBezTo>
                  <a:pt x="33710" y="4"/>
                  <a:pt x="33724" y="6"/>
                  <a:pt x="33736" y="9"/>
                </a:cubicBezTo>
                <a:cubicBezTo>
                  <a:pt x="33749" y="13"/>
                  <a:pt x="33762" y="17"/>
                  <a:pt x="33773" y="21"/>
                </a:cubicBezTo>
                <a:cubicBezTo>
                  <a:pt x="33785" y="26"/>
                  <a:pt x="33795" y="31"/>
                  <a:pt x="33805" y="37"/>
                </a:cubicBezTo>
                <a:cubicBezTo>
                  <a:pt x="33815" y="44"/>
                  <a:pt x="33824" y="50"/>
                  <a:pt x="33831" y="57"/>
                </a:cubicBezTo>
                <a:cubicBezTo>
                  <a:pt x="33839" y="64"/>
                  <a:pt x="33846" y="72"/>
                  <a:pt x="33851" y="80"/>
                </a:cubicBezTo>
                <a:cubicBezTo>
                  <a:pt x="33856" y="87"/>
                  <a:pt x="33860" y="96"/>
                  <a:pt x="33863" y="104"/>
                </a:cubicBezTo>
                <a:cubicBezTo>
                  <a:pt x="33866" y="112"/>
                  <a:pt x="33867" y="121"/>
                  <a:pt x="33867" y="129"/>
                </a:cubicBezTo>
                <a:lnTo>
                  <a:pt x="33867" y="18921"/>
                </a:lnTo>
                <a:cubicBezTo>
                  <a:pt x="33867" y="18929"/>
                  <a:pt x="33866" y="18938"/>
                  <a:pt x="33863" y="18946"/>
                </a:cubicBezTo>
                <a:cubicBezTo>
                  <a:pt x="33860" y="18954"/>
                  <a:pt x="33856" y="18963"/>
                  <a:pt x="33851" y="18970"/>
                </a:cubicBezTo>
                <a:cubicBezTo>
                  <a:pt x="33846" y="18978"/>
                  <a:pt x="33839" y="18986"/>
                  <a:pt x="33831" y="18993"/>
                </a:cubicBezTo>
                <a:cubicBezTo>
                  <a:pt x="33824" y="19000"/>
                  <a:pt x="33815" y="19006"/>
                  <a:pt x="33805" y="19013"/>
                </a:cubicBezTo>
                <a:cubicBezTo>
                  <a:pt x="33795" y="19019"/>
                  <a:pt x="33785" y="19024"/>
                  <a:pt x="33773" y="19029"/>
                </a:cubicBezTo>
                <a:cubicBezTo>
                  <a:pt x="33762" y="19033"/>
                  <a:pt x="33749" y="19037"/>
                  <a:pt x="33736" y="19041"/>
                </a:cubicBezTo>
                <a:cubicBezTo>
                  <a:pt x="33724" y="19044"/>
                  <a:pt x="33710" y="19046"/>
                  <a:pt x="33697" y="19048"/>
                </a:cubicBezTo>
                <a:cubicBezTo>
                  <a:pt x="33683" y="19050"/>
                  <a:pt x="33669" y="19050"/>
                  <a:pt x="33655" y="19050"/>
                </a:cubicBezTo>
                <a:lnTo>
                  <a:pt x="211" y="19050"/>
                </a:lnTo>
                <a:cubicBezTo>
                  <a:pt x="197" y="19050"/>
                  <a:pt x="184" y="19050"/>
                  <a:pt x="170" y="19048"/>
                </a:cubicBezTo>
                <a:cubicBezTo>
                  <a:pt x="156" y="19046"/>
                  <a:pt x="143" y="19044"/>
                  <a:pt x="130" y="19041"/>
                </a:cubicBezTo>
                <a:cubicBezTo>
                  <a:pt x="117" y="19037"/>
                  <a:pt x="105" y="19033"/>
                  <a:pt x="94" y="19029"/>
                </a:cubicBezTo>
                <a:cubicBezTo>
                  <a:pt x="82" y="19024"/>
                  <a:pt x="71" y="19019"/>
                  <a:pt x="61" y="19013"/>
                </a:cubicBezTo>
                <a:cubicBezTo>
                  <a:pt x="52" y="19006"/>
                  <a:pt x="43" y="19000"/>
                  <a:pt x="35" y="18993"/>
                </a:cubicBezTo>
                <a:cubicBezTo>
                  <a:pt x="27" y="18986"/>
                  <a:pt x="21" y="18978"/>
                  <a:pt x="16" y="18970"/>
                </a:cubicBezTo>
                <a:cubicBezTo>
                  <a:pt x="10" y="18963"/>
                  <a:pt x="6" y="18954"/>
                  <a:pt x="4" y="18946"/>
                </a:cubicBezTo>
                <a:cubicBezTo>
                  <a:pt x="1" y="18938"/>
                  <a:pt x="0" y="18929"/>
                  <a:pt x="0" y="18921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任意多边形: 形状 257"/>
          <p:cNvSpPr/>
          <p:nvPr/>
        </p:nvSpPr>
        <p:spPr>
          <a:xfrm>
            <a:off x="571320" y="1324800"/>
            <a:ext cx="3495960" cy="1868040"/>
          </a:xfrm>
          <a:custGeom>
            <a:avLst/>
            <a:gdLst/>
            <a:ahLst/>
            <a:cxnLst/>
            <a:rect l="0" t="0" r="r" b="b"/>
            <a:pathLst>
              <a:path w="9711" h="5189">
                <a:moveTo>
                  <a:pt x="0" y="4994"/>
                </a:moveTo>
                <a:lnTo>
                  <a:pt x="0" y="162"/>
                </a:lnTo>
                <a:cubicBezTo>
                  <a:pt x="0" y="151"/>
                  <a:pt x="2" y="141"/>
                  <a:pt x="6" y="130"/>
                </a:cubicBezTo>
                <a:cubicBezTo>
                  <a:pt x="10" y="120"/>
                  <a:pt x="16" y="110"/>
                  <a:pt x="24" y="100"/>
                </a:cubicBezTo>
                <a:cubicBezTo>
                  <a:pt x="32" y="90"/>
                  <a:pt x="42" y="81"/>
                  <a:pt x="54" y="72"/>
                </a:cubicBezTo>
                <a:cubicBezTo>
                  <a:pt x="65" y="63"/>
                  <a:pt x="78" y="55"/>
                  <a:pt x="93" y="47"/>
                </a:cubicBezTo>
                <a:cubicBezTo>
                  <a:pt x="108" y="40"/>
                  <a:pt x="124" y="33"/>
                  <a:pt x="141" y="27"/>
                </a:cubicBezTo>
                <a:cubicBezTo>
                  <a:pt x="158" y="21"/>
                  <a:pt x="177" y="16"/>
                  <a:pt x="196" y="12"/>
                </a:cubicBezTo>
                <a:cubicBezTo>
                  <a:pt x="215" y="8"/>
                  <a:pt x="235" y="5"/>
                  <a:pt x="256" y="3"/>
                </a:cubicBezTo>
                <a:cubicBezTo>
                  <a:pt x="276" y="1"/>
                  <a:pt x="297" y="0"/>
                  <a:pt x="317" y="0"/>
                </a:cubicBezTo>
                <a:lnTo>
                  <a:pt x="9394" y="0"/>
                </a:lnTo>
                <a:cubicBezTo>
                  <a:pt x="9415" y="0"/>
                  <a:pt x="9435" y="1"/>
                  <a:pt x="9456" y="3"/>
                </a:cubicBezTo>
                <a:cubicBezTo>
                  <a:pt x="9476" y="5"/>
                  <a:pt x="9496" y="8"/>
                  <a:pt x="9515" y="12"/>
                </a:cubicBezTo>
                <a:cubicBezTo>
                  <a:pt x="9534" y="16"/>
                  <a:pt x="9553" y="21"/>
                  <a:pt x="9570" y="27"/>
                </a:cubicBezTo>
                <a:cubicBezTo>
                  <a:pt x="9587" y="33"/>
                  <a:pt x="9603" y="40"/>
                  <a:pt x="9618" y="47"/>
                </a:cubicBezTo>
                <a:cubicBezTo>
                  <a:pt x="9633" y="55"/>
                  <a:pt x="9646" y="63"/>
                  <a:pt x="9658" y="72"/>
                </a:cubicBezTo>
                <a:cubicBezTo>
                  <a:pt x="9669" y="81"/>
                  <a:pt x="9679" y="90"/>
                  <a:pt x="9687" y="100"/>
                </a:cubicBezTo>
                <a:cubicBezTo>
                  <a:pt x="9695" y="110"/>
                  <a:pt x="9701" y="120"/>
                  <a:pt x="9705" y="130"/>
                </a:cubicBezTo>
                <a:cubicBezTo>
                  <a:pt x="9709" y="141"/>
                  <a:pt x="9711" y="151"/>
                  <a:pt x="9711" y="162"/>
                </a:cubicBezTo>
                <a:lnTo>
                  <a:pt x="9711" y="4994"/>
                </a:lnTo>
                <a:cubicBezTo>
                  <a:pt x="9711" y="5007"/>
                  <a:pt x="9709" y="5020"/>
                  <a:pt x="9705" y="5032"/>
                </a:cubicBezTo>
                <a:cubicBezTo>
                  <a:pt x="9701" y="5045"/>
                  <a:pt x="9695" y="5057"/>
                  <a:pt x="9687" y="5069"/>
                </a:cubicBezTo>
                <a:cubicBezTo>
                  <a:pt x="9679" y="5081"/>
                  <a:pt x="9669" y="5092"/>
                  <a:pt x="9658" y="5102"/>
                </a:cubicBezTo>
                <a:cubicBezTo>
                  <a:pt x="9646" y="5113"/>
                  <a:pt x="9633" y="5123"/>
                  <a:pt x="9618" y="5132"/>
                </a:cubicBezTo>
                <a:cubicBezTo>
                  <a:pt x="9603" y="5141"/>
                  <a:pt x="9587" y="5149"/>
                  <a:pt x="9570" y="5156"/>
                </a:cubicBezTo>
                <a:cubicBezTo>
                  <a:pt x="9553" y="5163"/>
                  <a:pt x="9534" y="5169"/>
                  <a:pt x="9515" y="5174"/>
                </a:cubicBezTo>
                <a:cubicBezTo>
                  <a:pt x="9496" y="5179"/>
                  <a:pt x="9476" y="5183"/>
                  <a:pt x="9456" y="5185"/>
                </a:cubicBezTo>
                <a:cubicBezTo>
                  <a:pt x="9435" y="5188"/>
                  <a:pt x="9415" y="5189"/>
                  <a:pt x="9394" y="5189"/>
                </a:cubicBezTo>
                <a:lnTo>
                  <a:pt x="317" y="5189"/>
                </a:lnTo>
                <a:cubicBezTo>
                  <a:pt x="297" y="5189"/>
                  <a:pt x="276" y="5188"/>
                  <a:pt x="256" y="5185"/>
                </a:cubicBezTo>
                <a:cubicBezTo>
                  <a:pt x="235" y="5183"/>
                  <a:pt x="215" y="5179"/>
                  <a:pt x="196" y="5174"/>
                </a:cubicBezTo>
                <a:cubicBezTo>
                  <a:pt x="177" y="5169"/>
                  <a:pt x="158" y="5163"/>
                  <a:pt x="141" y="5156"/>
                </a:cubicBezTo>
                <a:cubicBezTo>
                  <a:pt x="124" y="5149"/>
                  <a:pt x="108" y="5141"/>
                  <a:pt x="93" y="5132"/>
                </a:cubicBezTo>
                <a:cubicBezTo>
                  <a:pt x="78" y="5123"/>
                  <a:pt x="65" y="5113"/>
                  <a:pt x="54" y="5102"/>
                </a:cubicBezTo>
                <a:cubicBezTo>
                  <a:pt x="42" y="5092"/>
                  <a:pt x="32" y="5081"/>
                  <a:pt x="24" y="5069"/>
                </a:cubicBezTo>
                <a:cubicBezTo>
                  <a:pt x="16" y="5057"/>
                  <a:pt x="10" y="5045"/>
                  <a:pt x="6" y="5032"/>
                </a:cubicBezTo>
                <a:cubicBezTo>
                  <a:pt x="2" y="5020"/>
                  <a:pt x="0" y="5007"/>
                  <a:pt x="0" y="4994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任意多边形: 形状 258"/>
          <p:cNvSpPr/>
          <p:nvPr/>
        </p:nvSpPr>
        <p:spPr>
          <a:xfrm>
            <a:off x="571320" y="1312920"/>
            <a:ext cx="3495960" cy="70560"/>
          </a:xfrm>
          <a:custGeom>
            <a:avLst/>
            <a:gdLst/>
            <a:ahLst/>
            <a:cxnLst/>
            <a:rect l="0" t="0" r="r" b="b"/>
            <a:pathLst>
              <a:path w="9711" h="196">
                <a:moveTo>
                  <a:pt x="0" y="0"/>
                </a:moveTo>
                <a:lnTo>
                  <a:pt x="9711" y="0"/>
                </a:lnTo>
                <a:lnTo>
                  <a:pt x="9711" y="196"/>
                </a:lnTo>
                <a:lnTo>
                  <a:pt x="0" y="196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任意多边形: 形状 259"/>
          <p:cNvSpPr/>
          <p:nvPr/>
        </p:nvSpPr>
        <p:spPr>
          <a:xfrm>
            <a:off x="857160" y="1511640"/>
            <a:ext cx="571680" cy="350280"/>
          </a:xfrm>
          <a:custGeom>
            <a:avLst/>
            <a:gdLst/>
            <a:ahLst/>
            <a:cxnLst/>
            <a:rect l="0" t="0" r="r" b="b"/>
            <a:pathLst>
              <a:path w="1588" h="973">
                <a:moveTo>
                  <a:pt x="1588" y="487"/>
                </a:moveTo>
                <a:cubicBezTo>
                  <a:pt x="1588" y="503"/>
                  <a:pt x="1586" y="519"/>
                  <a:pt x="1583" y="535"/>
                </a:cubicBezTo>
                <a:cubicBezTo>
                  <a:pt x="1581" y="551"/>
                  <a:pt x="1577" y="566"/>
                  <a:pt x="1572" y="582"/>
                </a:cubicBezTo>
                <a:cubicBezTo>
                  <a:pt x="1567" y="598"/>
                  <a:pt x="1561" y="613"/>
                  <a:pt x="1553" y="628"/>
                </a:cubicBezTo>
                <a:cubicBezTo>
                  <a:pt x="1546" y="643"/>
                  <a:pt x="1537" y="658"/>
                  <a:pt x="1527" y="673"/>
                </a:cubicBezTo>
                <a:cubicBezTo>
                  <a:pt x="1517" y="688"/>
                  <a:pt x="1506" y="702"/>
                  <a:pt x="1494" y="716"/>
                </a:cubicBezTo>
                <a:cubicBezTo>
                  <a:pt x="1481" y="730"/>
                  <a:pt x="1468" y="744"/>
                  <a:pt x="1453" y="757"/>
                </a:cubicBezTo>
                <a:cubicBezTo>
                  <a:pt x="1439" y="770"/>
                  <a:pt x="1424" y="783"/>
                  <a:pt x="1407" y="796"/>
                </a:cubicBezTo>
                <a:cubicBezTo>
                  <a:pt x="1391" y="808"/>
                  <a:pt x="1373" y="820"/>
                  <a:pt x="1355" y="831"/>
                </a:cubicBezTo>
                <a:cubicBezTo>
                  <a:pt x="1336" y="842"/>
                  <a:pt x="1317" y="853"/>
                  <a:pt x="1297" y="863"/>
                </a:cubicBezTo>
                <a:cubicBezTo>
                  <a:pt x="1277" y="873"/>
                  <a:pt x="1256" y="883"/>
                  <a:pt x="1234" y="891"/>
                </a:cubicBezTo>
                <a:cubicBezTo>
                  <a:pt x="1213" y="900"/>
                  <a:pt x="1191" y="908"/>
                  <a:pt x="1168" y="916"/>
                </a:cubicBezTo>
                <a:cubicBezTo>
                  <a:pt x="1145" y="923"/>
                  <a:pt x="1121" y="930"/>
                  <a:pt x="1097" y="936"/>
                </a:cubicBezTo>
                <a:cubicBezTo>
                  <a:pt x="1073" y="942"/>
                  <a:pt x="1049" y="948"/>
                  <a:pt x="1024" y="952"/>
                </a:cubicBezTo>
                <a:cubicBezTo>
                  <a:pt x="999" y="957"/>
                  <a:pt x="974" y="961"/>
                  <a:pt x="948" y="964"/>
                </a:cubicBezTo>
                <a:cubicBezTo>
                  <a:pt x="923" y="967"/>
                  <a:pt x="897" y="969"/>
                  <a:pt x="871" y="971"/>
                </a:cubicBezTo>
                <a:cubicBezTo>
                  <a:pt x="845" y="973"/>
                  <a:pt x="819" y="973"/>
                  <a:pt x="793" y="973"/>
                </a:cubicBezTo>
                <a:cubicBezTo>
                  <a:pt x="768" y="973"/>
                  <a:pt x="742" y="973"/>
                  <a:pt x="716" y="971"/>
                </a:cubicBezTo>
                <a:cubicBezTo>
                  <a:pt x="690" y="969"/>
                  <a:pt x="664" y="967"/>
                  <a:pt x="639" y="964"/>
                </a:cubicBezTo>
                <a:cubicBezTo>
                  <a:pt x="613" y="961"/>
                  <a:pt x="588" y="957"/>
                  <a:pt x="563" y="952"/>
                </a:cubicBezTo>
                <a:cubicBezTo>
                  <a:pt x="538" y="948"/>
                  <a:pt x="514" y="942"/>
                  <a:pt x="490" y="936"/>
                </a:cubicBezTo>
                <a:cubicBezTo>
                  <a:pt x="466" y="930"/>
                  <a:pt x="442" y="923"/>
                  <a:pt x="419" y="916"/>
                </a:cubicBezTo>
                <a:cubicBezTo>
                  <a:pt x="396" y="908"/>
                  <a:pt x="374" y="900"/>
                  <a:pt x="353" y="891"/>
                </a:cubicBezTo>
                <a:cubicBezTo>
                  <a:pt x="331" y="883"/>
                  <a:pt x="310" y="873"/>
                  <a:pt x="290" y="863"/>
                </a:cubicBezTo>
                <a:cubicBezTo>
                  <a:pt x="270" y="853"/>
                  <a:pt x="251" y="842"/>
                  <a:pt x="232" y="831"/>
                </a:cubicBezTo>
                <a:cubicBezTo>
                  <a:pt x="214" y="820"/>
                  <a:pt x="196" y="808"/>
                  <a:pt x="180" y="796"/>
                </a:cubicBezTo>
                <a:cubicBezTo>
                  <a:pt x="163" y="783"/>
                  <a:pt x="148" y="770"/>
                  <a:pt x="134" y="757"/>
                </a:cubicBezTo>
                <a:cubicBezTo>
                  <a:pt x="119" y="744"/>
                  <a:pt x="106" y="730"/>
                  <a:pt x="93" y="716"/>
                </a:cubicBezTo>
                <a:cubicBezTo>
                  <a:pt x="81" y="702"/>
                  <a:pt x="70" y="688"/>
                  <a:pt x="60" y="673"/>
                </a:cubicBezTo>
                <a:cubicBezTo>
                  <a:pt x="50" y="658"/>
                  <a:pt x="41" y="643"/>
                  <a:pt x="34" y="628"/>
                </a:cubicBezTo>
                <a:cubicBezTo>
                  <a:pt x="26" y="613"/>
                  <a:pt x="20" y="598"/>
                  <a:pt x="15" y="582"/>
                </a:cubicBezTo>
                <a:cubicBezTo>
                  <a:pt x="10" y="566"/>
                  <a:pt x="6" y="551"/>
                  <a:pt x="4" y="535"/>
                </a:cubicBezTo>
                <a:cubicBezTo>
                  <a:pt x="1" y="519"/>
                  <a:pt x="0" y="503"/>
                  <a:pt x="0" y="487"/>
                </a:cubicBezTo>
                <a:cubicBezTo>
                  <a:pt x="0" y="471"/>
                  <a:pt x="1" y="455"/>
                  <a:pt x="4" y="439"/>
                </a:cubicBezTo>
                <a:cubicBezTo>
                  <a:pt x="6" y="423"/>
                  <a:pt x="10" y="408"/>
                  <a:pt x="15" y="392"/>
                </a:cubicBezTo>
                <a:cubicBezTo>
                  <a:pt x="20" y="376"/>
                  <a:pt x="26" y="361"/>
                  <a:pt x="34" y="346"/>
                </a:cubicBezTo>
                <a:cubicBezTo>
                  <a:pt x="41" y="331"/>
                  <a:pt x="50" y="316"/>
                  <a:pt x="60" y="301"/>
                </a:cubicBezTo>
                <a:cubicBezTo>
                  <a:pt x="70" y="286"/>
                  <a:pt x="81" y="272"/>
                  <a:pt x="93" y="258"/>
                </a:cubicBezTo>
                <a:cubicBezTo>
                  <a:pt x="106" y="244"/>
                  <a:pt x="119" y="230"/>
                  <a:pt x="134" y="217"/>
                </a:cubicBezTo>
                <a:cubicBezTo>
                  <a:pt x="148" y="204"/>
                  <a:pt x="163" y="191"/>
                  <a:pt x="180" y="178"/>
                </a:cubicBezTo>
                <a:cubicBezTo>
                  <a:pt x="196" y="165"/>
                  <a:pt x="214" y="153"/>
                  <a:pt x="232" y="142"/>
                </a:cubicBezTo>
                <a:cubicBezTo>
                  <a:pt x="251" y="131"/>
                  <a:pt x="270" y="120"/>
                  <a:pt x="290" y="110"/>
                </a:cubicBezTo>
                <a:cubicBezTo>
                  <a:pt x="310" y="100"/>
                  <a:pt x="331" y="90"/>
                  <a:pt x="353" y="82"/>
                </a:cubicBezTo>
                <a:cubicBezTo>
                  <a:pt x="374" y="73"/>
                  <a:pt x="396" y="65"/>
                  <a:pt x="419" y="57"/>
                </a:cubicBezTo>
                <a:cubicBezTo>
                  <a:pt x="442" y="50"/>
                  <a:pt x="466" y="43"/>
                  <a:pt x="490" y="37"/>
                </a:cubicBezTo>
                <a:cubicBezTo>
                  <a:pt x="514" y="31"/>
                  <a:pt x="538" y="25"/>
                  <a:pt x="563" y="21"/>
                </a:cubicBezTo>
                <a:cubicBezTo>
                  <a:pt x="588" y="16"/>
                  <a:pt x="613" y="12"/>
                  <a:pt x="639" y="9"/>
                </a:cubicBezTo>
                <a:cubicBezTo>
                  <a:pt x="664" y="6"/>
                  <a:pt x="690" y="4"/>
                  <a:pt x="716" y="2"/>
                </a:cubicBezTo>
                <a:cubicBezTo>
                  <a:pt x="742" y="0"/>
                  <a:pt x="768" y="0"/>
                  <a:pt x="793" y="0"/>
                </a:cubicBezTo>
                <a:cubicBezTo>
                  <a:pt x="819" y="0"/>
                  <a:pt x="845" y="0"/>
                  <a:pt x="871" y="2"/>
                </a:cubicBezTo>
                <a:cubicBezTo>
                  <a:pt x="897" y="4"/>
                  <a:pt x="923" y="6"/>
                  <a:pt x="948" y="9"/>
                </a:cubicBezTo>
                <a:cubicBezTo>
                  <a:pt x="974" y="12"/>
                  <a:pt x="999" y="16"/>
                  <a:pt x="1024" y="21"/>
                </a:cubicBezTo>
                <a:cubicBezTo>
                  <a:pt x="1049" y="25"/>
                  <a:pt x="1073" y="31"/>
                  <a:pt x="1097" y="37"/>
                </a:cubicBezTo>
                <a:cubicBezTo>
                  <a:pt x="1121" y="43"/>
                  <a:pt x="1145" y="50"/>
                  <a:pt x="1168" y="57"/>
                </a:cubicBezTo>
                <a:cubicBezTo>
                  <a:pt x="1191" y="65"/>
                  <a:pt x="1213" y="73"/>
                  <a:pt x="1234" y="82"/>
                </a:cubicBezTo>
                <a:cubicBezTo>
                  <a:pt x="1256" y="90"/>
                  <a:pt x="1277" y="100"/>
                  <a:pt x="1297" y="110"/>
                </a:cubicBezTo>
                <a:cubicBezTo>
                  <a:pt x="1317" y="120"/>
                  <a:pt x="1336" y="131"/>
                  <a:pt x="1355" y="142"/>
                </a:cubicBezTo>
                <a:cubicBezTo>
                  <a:pt x="1373" y="153"/>
                  <a:pt x="1391" y="165"/>
                  <a:pt x="1407" y="178"/>
                </a:cubicBezTo>
                <a:cubicBezTo>
                  <a:pt x="1424" y="191"/>
                  <a:pt x="1439" y="204"/>
                  <a:pt x="1453" y="217"/>
                </a:cubicBezTo>
                <a:cubicBezTo>
                  <a:pt x="1468" y="230"/>
                  <a:pt x="1481" y="244"/>
                  <a:pt x="1494" y="258"/>
                </a:cubicBezTo>
                <a:cubicBezTo>
                  <a:pt x="1506" y="272"/>
                  <a:pt x="1517" y="286"/>
                  <a:pt x="1527" y="301"/>
                </a:cubicBezTo>
                <a:cubicBezTo>
                  <a:pt x="1537" y="316"/>
                  <a:pt x="1546" y="331"/>
                  <a:pt x="1553" y="346"/>
                </a:cubicBezTo>
                <a:cubicBezTo>
                  <a:pt x="1561" y="361"/>
                  <a:pt x="1567" y="376"/>
                  <a:pt x="1572" y="392"/>
                </a:cubicBezTo>
                <a:cubicBezTo>
                  <a:pt x="1577" y="408"/>
                  <a:pt x="1581" y="423"/>
                  <a:pt x="1583" y="439"/>
                </a:cubicBezTo>
                <a:cubicBezTo>
                  <a:pt x="1586" y="455"/>
                  <a:pt x="1588" y="471"/>
                  <a:pt x="1588" y="487"/>
                </a:cubicBezTo>
                <a:close/>
              </a:path>
            </a:pathLst>
          </a:custGeom>
          <a:solidFill>
            <a:srgbClr val="E6EE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文本框 260"/>
          <p:cNvSpPr txBox="1"/>
          <p:nvPr/>
        </p:nvSpPr>
        <p:spPr>
          <a:xfrm>
            <a:off x="976680" y="1593360"/>
            <a:ext cx="266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🎲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文本框 261"/>
          <p:cNvSpPr txBox="1"/>
          <p:nvPr/>
        </p:nvSpPr>
        <p:spPr>
          <a:xfrm>
            <a:off x="857160" y="2041920"/>
            <a:ext cx="1044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随机化暖⾔机制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文本框 262"/>
          <p:cNvSpPr txBox="1"/>
          <p:nvPr/>
        </p:nvSpPr>
        <p:spPr>
          <a:xfrm>
            <a:off x="857160" y="2366280"/>
            <a:ext cx="17154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打破定向问答模式，</a:t>
            </a:r>
            <a:r>
              <a:rPr lang="zh-CN" sz="9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随机传递社会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文本框 263"/>
          <p:cNvSpPr txBox="1"/>
          <p:nvPr/>
        </p:nvSpPr>
        <p:spPr>
          <a:xfrm>
            <a:off x="857160" y="2553120"/>
            <a:ext cx="17154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温暖</a:t>
            </a:r>
            <a:r>
              <a:rPr lang="zh-CN" sz="9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，避免对⼼理脆弱⽤⼾造成⼆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任意多边形: 形状 264"/>
          <p:cNvSpPr/>
          <p:nvPr/>
        </p:nvSpPr>
        <p:spPr>
          <a:xfrm>
            <a:off x="4352760" y="1324800"/>
            <a:ext cx="3486600" cy="1868040"/>
          </a:xfrm>
          <a:custGeom>
            <a:avLst/>
            <a:gdLst/>
            <a:ahLst/>
            <a:cxnLst/>
            <a:rect l="0" t="0" r="r" b="b"/>
            <a:pathLst>
              <a:path w="9685" h="5189">
                <a:moveTo>
                  <a:pt x="0" y="4994"/>
                </a:moveTo>
                <a:lnTo>
                  <a:pt x="0" y="162"/>
                </a:lnTo>
                <a:cubicBezTo>
                  <a:pt x="0" y="151"/>
                  <a:pt x="2" y="141"/>
                  <a:pt x="6" y="130"/>
                </a:cubicBezTo>
                <a:cubicBezTo>
                  <a:pt x="10" y="120"/>
                  <a:pt x="16" y="110"/>
                  <a:pt x="24" y="100"/>
                </a:cubicBezTo>
                <a:cubicBezTo>
                  <a:pt x="32" y="90"/>
                  <a:pt x="42" y="81"/>
                  <a:pt x="53" y="72"/>
                </a:cubicBezTo>
                <a:cubicBezTo>
                  <a:pt x="65" y="63"/>
                  <a:pt x="78" y="55"/>
                  <a:pt x="93" y="47"/>
                </a:cubicBezTo>
                <a:cubicBezTo>
                  <a:pt x="108" y="40"/>
                  <a:pt x="124" y="33"/>
                  <a:pt x="141" y="27"/>
                </a:cubicBezTo>
                <a:cubicBezTo>
                  <a:pt x="158" y="21"/>
                  <a:pt x="177" y="16"/>
                  <a:pt x="196" y="12"/>
                </a:cubicBezTo>
                <a:cubicBezTo>
                  <a:pt x="215" y="8"/>
                  <a:pt x="235" y="5"/>
                  <a:pt x="256" y="3"/>
                </a:cubicBezTo>
                <a:cubicBezTo>
                  <a:pt x="276" y="1"/>
                  <a:pt x="297" y="0"/>
                  <a:pt x="317" y="0"/>
                </a:cubicBezTo>
                <a:lnTo>
                  <a:pt x="9367" y="0"/>
                </a:lnTo>
                <a:cubicBezTo>
                  <a:pt x="9388" y="0"/>
                  <a:pt x="9409" y="1"/>
                  <a:pt x="9429" y="3"/>
                </a:cubicBezTo>
                <a:cubicBezTo>
                  <a:pt x="9450" y="5"/>
                  <a:pt x="9469" y="8"/>
                  <a:pt x="9489" y="12"/>
                </a:cubicBezTo>
                <a:cubicBezTo>
                  <a:pt x="9508" y="16"/>
                  <a:pt x="9526" y="21"/>
                  <a:pt x="9544" y="27"/>
                </a:cubicBezTo>
                <a:cubicBezTo>
                  <a:pt x="9561" y="33"/>
                  <a:pt x="9577" y="40"/>
                  <a:pt x="9592" y="47"/>
                </a:cubicBezTo>
                <a:cubicBezTo>
                  <a:pt x="9606" y="55"/>
                  <a:pt x="9620" y="63"/>
                  <a:pt x="9631" y="72"/>
                </a:cubicBezTo>
                <a:cubicBezTo>
                  <a:pt x="9643" y="81"/>
                  <a:pt x="9653" y="90"/>
                  <a:pt x="9661" y="100"/>
                </a:cubicBezTo>
                <a:cubicBezTo>
                  <a:pt x="9669" y="110"/>
                  <a:pt x="9675" y="120"/>
                  <a:pt x="9679" y="130"/>
                </a:cubicBezTo>
                <a:cubicBezTo>
                  <a:pt x="9683" y="141"/>
                  <a:pt x="9685" y="151"/>
                  <a:pt x="9685" y="162"/>
                </a:cubicBezTo>
                <a:lnTo>
                  <a:pt x="9685" y="4994"/>
                </a:lnTo>
                <a:cubicBezTo>
                  <a:pt x="9685" y="5007"/>
                  <a:pt x="9683" y="5020"/>
                  <a:pt x="9679" y="5032"/>
                </a:cubicBezTo>
                <a:cubicBezTo>
                  <a:pt x="9675" y="5045"/>
                  <a:pt x="9669" y="5057"/>
                  <a:pt x="9661" y="5069"/>
                </a:cubicBezTo>
                <a:cubicBezTo>
                  <a:pt x="9653" y="5081"/>
                  <a:pt x="9643" y="5092"/>
                  <a:pt x="9631" y="5102"/>
                </a:cubicBezTo>
                <a:cubicBezTo>
                  <a:pt x="9620" y="5113"/>
                  <a:pt x="9606" y="5123"/>
                  <a:pt x="9592" y="5132"/>
                </a:cubicBezTo>
                <a:cubicBezTo>
                  <a:pt x="9577" y="5141"/>
                  <a:pt x="9561" y="5149"/>
                  <a:pt x="9544" y="5156"/>
                </a:cubicBezTo>
                <a:cubicBezTo>
                  <a:pt x="9526" y="5163"/>
                  <a:pt x="9508" y="5169"/>
                  <a:pt x="9489" y="5174"/>
                </a:cubicBezTo>
                <a:cubicBezTo>
                  <a:pt x="9469" y="5179"/>
                  <a:pt x="9450" y="5183"/>
                  <a:pt x="9429" y="5185"/>
                </a:cubicBezTo>
                <a:cubicBezTo>
                  <a:pt x="9409" y="5188"/>
                  <a:pt x="9388" y="5189"/>
                  <a:pt x="9367" y="5189"/>
                </a:cubicBezTo>
                <a:lnTo>
                  <a:pt x="317" y="5189"/>
                </a:lnTo>
                <a:cubicBezTo>
                  <a:pt x="297" y="5189"/>
                  <a:pt x="276" y="5188"/>
                  <a:pt x="256" y="5185"/>
                </a:cubicBezTo>
                <a:cubicBezTo>
                  <a:pt x="235" y="5183"/>
                  <a:pt x="215" y="5179"/>
                  <a:pt x="196" y="5174"/>
                </a:cubicBezTo>
                <a:cubicBezTo>
                  <a:pt x="177" y="5169"/>
                  <a:pt x="158" y="5163"/>
                  <a:pt x="141" y="5156"/>
                </a:cubicBezTo>
                <a:cubicBezTo>
                  <a:pt x="124" y="5149"/>
                  <a:pt x="108" y="5141"/>
                  <a:pt x="93" y="5132"/>
                </a:cubicBezTo>
                <a:cubicBezTo>
                  <a:pt x="78" y="5123"/>
                  <a:pt x="65" y="5113"/>
                  <a:pt x="53" y="5102"/>
                </a:cubicBezTo>
                <a:cubicBezTo>
                  <a:pt x="42" y="5092"/>
                  <a:pt x="32" y="5081"/>
                  <a:pt x="24" y="5069"/>
                </a:cubicBezTo>
                <a:cubicBezTo>
                  <a:pt x="16" y="5057"/>
                  <a:pt x="10" y="5045"/>
                  <a:pt x="6" y="5032"/>
                </a:cubicBezTo>
                <a:cubicBezTo>
                  <a:pt x="2" y="5020"/>
                  <a:pt x="0" y="5007"/>
                  <a:pt x="0" y="4994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任意多边形: 形状 265"/>
          <p:cNvSpPr/>
          <p:nvPr/>
        </p:nvSpPr>
        <p:spPr>
          <a:xfrm>
            <a:off x="4352760" y="1312920"/>
            <a:ext cx="3486600" cy="70560"/>
          </a:xfrm>
          <a:custGeom>
            <a:avLst/>
            <a:gdLst/>
            <a:ahLst/>
            <a:cxnLst/>
            <a:rect l="0" t="0" r="r" b="b"/>
            <a:pathLst>
              <a:path w="9685" h="196">
                <a:moveTo>
                  <a:pt x="0" y="0"/>
                </a:moveTo>
                <a:lnTo>
                  <a:pt x="9685" y="0"/>
                </a:lnTo>
                <a:lnTo>
                  <a:pt x="9685" y="196"/>
                </a:lnTo>
                <a:lnTo>
                  <a:pt x="0" y="196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任意多边形: 形状 266"/>
          <p:cNvSpPr/>
          <p:nvPr/>
        </p:nvSpPr>
        <p:spPr>
          <a:xfrm>
            <a:off x="4638600" y="1511640"/>
            <a:ext cx="571680" cy="350280"/>
          </a:xfrm>
          <a:custGeom>
            <a:avLst/>
            <a:gdLst/>
            <a:ahLst/>
            <a:cxnLst/>
            <a:rect l="0" t="0" r="r" b="b"/>
            <a:pathLst>
              <a:path w="1588" h="973">
                <a:moveTo>
                  <a:pt x="1588" y="487"/>
                </a:moveTo>
                <a:cubicBezTo>
                  <a:pt x="1588" y="503"/>
                  <a:pt x="1587" y="519"/>
                  <a:pt x="1584" y="535"/>
                </a:cubicBezTo>
                <a:cubicBezTo>
                  <a:pt x="1582" y="551"/>
                  <a:pt x="1578" y="566"/>
                  <a:pt x="1573" y="582"/>
                </a:cubicBezTo>
                <a:cubicBezTo>
                  <a:pt x="1568" y="598"/>
                  <a:pt x="1562" y="613"/>
                  <a:pt x="1554" y="628"/>
                </a:cubicBezTo>
                <a:cubicBezTo>
                  <a:pt x="1546" y="643"/>
                  <a:pt x="1538" y="658"/>
                  <a:pt x="1528" y="673"/>
                </a:cubicBezTo>
                <a:cubicBezTo>
                  <a:pt x="1518" y="688"/>
                  <a:pt x="1507" y="702"/>
                  <a:pt x="1494" y="716"/>
                </a:cubicBezTo>
                <a:cubicBezTo>
                  <a:pt x="1482" y="730"/>
                  <a:pt x="1469" y="744"/>
                  <a:pt x="1454" y="757"/>
                </a:cubicBezTo>
                <a:cubicBezTo>
                  <a:pt x="1440" y="770"/>
                  <a:pt x="1425" y="783"/>
                  <a:pt x="1408" y="796"/>
                </a:cubicBezTo>
                <a:cubicBezTo>
                  <a:pt x="1392" y="808"/>
                  <a:pt x="1374" y="820"/>
                  <a:pt x="1356" y="831"/>
                </a:cubicBezTo>
                <a:cubicBezTo>
                  <a:pt x="1337" y="842"/>
                  <a:pt x="1318" y="853"/>
                  <a:pt x="1298" y="863"/>
                </a:cubicBezTo>
                <a:cubicBezTo>
                  <a:pt x="1278" y="873"/>
                  <a:pt x="1257" y="883"/>
                  <a:pt x="1235" y="891"/>
                </a:cubicBezTo>
                <a:cubicBezTo>
                  <a:pt x="1214" y="900"/>
                  <a:pt x="1192" y="908"/>
                  <a:pt x="1169" y="916"/>
                </a:cubicBezTo>
                <a:cubicBezTo>
                  <a:pt x="1146" y="923"/>
                  <a:pt x="1122" y="930"/>
                  <a:pt x="1098" y="936"/>
                </a:cubicBezTo>
                <a:cubicBezTo>
                  <a:pt x="1074" y="942"/>
                  <a:pt x="1050" y="948"/>
                  <a:pt x="1025" y="952"/>
                </a:cubicBezTo>
                <a:cubicBezTo>
                  <a:pt x="1000" y="957"/>
                  <a:pt x="975" y="961"/>
                  <a:pt x="949" y="964"/>
                </a:cubicBezTo>
                <a:cubicBezTo>
                  <a:pt x="924" y="967"/>
                  <a:pt x="898" y="969"/>
                  <a:pt x="872" y="971"/>
                </a:cubicBezTo>
                <a:cubicBezTo>
                  <a:pt x="846" y="973"/>
                  <a:pt x="820" y="973"/>
                  <a:pt x="794" y="973"/>
                </a:cubicBezTo>
                <a:cubicBezTo>
                  <a:pt x="768" y="973"/>
                  <a:pt x="743" y="973"/>
                  <a:pt x="717" y="971"/>
                </a:cubicBezTo>
                <a:cubicBezTo>
                  <a:pt x="691" y="969"/>
                  <a:pt x="665" y="967"/>
                  <a:pt x="640" y="964"/>
                </a:cubicBezTo>
                <a:cubicBezTo>
                  <a:pt x="614" y="961"/>
                  <a:pt x="588" y="957"/>
                  <a:pt x="563" y="952"/>
                </a:cubicBezTo>
                <a:cubicBezTo>
                  <a:pt x="538" y="948"/>
                  <a:pt x="514" y="942"/>
                  <a:pt x="490" y="936"/>
                </a:cubicBezTo>
                <a:cubicBezTo>
                  <a:pt x="466" y="930"/>
                  <a:pt x="442" y="923"/>
                  <a:pt x="419" y="916"/>
                </a:cubicBezTo>
                <a:cubicBezTo>
                  <a:pt x="396" y="908"/>
                  <a:pt x="374" y="900"/>
                  <a:pt x="352" y="891"/>
                </a:cubicBezTo>
                <a:cubicBezTo>
                  <a:pt x="331" y="883"/>
                  <a:pt x="310" y="873"/>
                  <a:pt x="290" y="863"/>
                </a:cubicBezTo>
                <a:cubicBezTo>
                  <a:pt x="270" y="853"/>
                  <a:pt x="251" y="842"/>
                  <a:pt x="232" y="831"/>
                </a:cubicBezTo>
                <a:cubicBezTo>
                  <a:pt x="214" y="820"/>
                  <a:pt x="196" y="808"/>
                  <a:pt x="180" y="796"/>
                </a:cubicBezTo>
                <a:cubicBezTo>
                  <a:pt x="163" y="783"/>
                  <a:pt x="148" y="770"/>
                  <a:pt x="133" y="757"/>
                </a:cubicBezTo>
                <a:cubicBezTo>
                  <a:pt x="119" y="744"/>
                  <a:pt x="106" y="730"/>
                  <a:pt x="93" y="716"/>
                </a:cubicBezTo>
                <a:cubicBezTo>
                  <a:pt x="81" y="702"/>
                  <a:pt x="70" y="688"/>
                  <a:pt x="60" y="673"/>
                </a:cubicBezTo>
                <a:cubicBezTo>
                  <a:pt x="50" y="658"/>
                  <a:pt x="41" y="643"/>
                  <a:pt x="34" y="628"/>
                </a:cubicBezTo>
                <a:cubicBezTo>
                  <a:pt x="26" y="613"/>
                  <a:pt x="20" y="598"/>
                  <a:pt x="15" y="582"/>
                </a:cubicBezTo>
                <a:cubicBezTo>
                  <a:pt x="10" y="566"/>
                  <a:pt x="6" y="551"/>
                  <a:pt x="4" y="535"/>
                </a:cubicBezTo>
                <a:cubicBezTo>
                  <a:pt x="1" y="519"/>
                  <a:pt x="0" y="503"/>
                  <a:pt x="0" y="487"/>
                </a:cubicBezTo>
                <a:cubicBezTo>
                  <a:pt x="0" y="471"/>
                  <a:pt x="1" y="455"/>
                  <a:pt x="4" y="439"/>
                </a:cubicBezTo>
                <a:cubicBezTo>
                  <a:pt x="6" y="423"/>
                  <a:pt x="10" y="408"/>
                  <a:pt x="15" y="392"/>
                </a:cubicBezTo>
                <a:cubicBezTo>
                  <a:pt x="20" y="376"/>
                  <a:pt x="26" y="361"/>
                  <a:pt x="34" y="346"/>
                </a:cubicBezTo>
                <a:cubicBezTo>
                  <a:pt x="41" y="331"/>
                  <a:pt x="50" y="316"/>
                  <a:pt x="60" y="301"/>
                </a:cubicBezTo>
                <a:cubicBezTo>
                  <a:pt x="70" y="286"/>
                  <a:pt x="81" y="272"/>
                  <a:pt x="93" y="258"/>
                </a:cubicBezTo>
                <a:cubicBezTo>
                  <a:pt x="106" y="244"/>
                  <a:pt x="119" y="230"/>
                  <a:pt x="133" y="217"/>
                </a:cubicBezTo>
                <a:cubicBezTo>
                  <a:pt x="148" y="204"/>
                  <a:pt x="163" y="191"/>
                  <a:pt x="180" y="178"/>
                </a:cubicBezTo>
                <a:cubicBezTo>
                  <a:pt x="196" y="165"/>
                  <a:pt x="214" y="153"/>
                  <a:pt x="232" y="142"/>
                </a:cubicBezTo>
                <a:cubicBezTo>
                  <a:pt x="251" y="131"/>
                  <a:pt x="270" y="120"/>
                  <a:pt x="290" y="110"/>
                </a:cubicBezTo>
                <a:cubicBezTo>
                  <a:pt x="310" y="100"/>
                  <a:pt x="331" y="90"/>
                  <a:pt x="352" y="82"/>
                </a:cubicBezTo>
                <a:cubicBezTo>
                  <a:pt x="374" y="73"/>
                  <a:pt x="396" y="65"/>
                  <a:pt x="419" y="57"/>
                </a:cubicBezTo>
                <a:cubicBezTo>
                  <a:pt x="442" y="50"/>
                  <a:pt x="466" y="43"/>
                  <a:pt x="490" y="37"/>
                </a:cubicBezTo>
                <a:cubicBezTo>
                  <a:pt x="514" y="31"/>
                  <a:pt x="538" y="25"/>
                  <a:pt x="563" y="21"/>
                </a:cubicBezTo>
                <a:cubicBezTo>
                  <a:pt x="588" y="16"/>
                  <a:pt x="614" y="12"/>
                  <a:pt x="640" y="9"/>
                </a:cubicBezTo>
                <a:cubicBezTo>
                  <a:pt x="665" y="6"/>
                  <a:pt x="691" y="4"/>
                  <a:pt x="717" y="2"/>
                </a:cubicBezTo>
                <a:cubicBezTo>
                  <a:pt x="743" y="0"/>
                  <a:pt x="768" y="0"/>
                  <a:pt x="794" y="0"/>
                </a:cubicBezTo>
                <a:cubicBezTo>
                  <a:pt x="820" y="0"/>
                  <a:pt x="846" y="0"/>
                  <a:pt x="872" y="2"/>
                </a:cubicBezTo>
                <a:cubicBezTo>
                  <a:pt x="898" y="4"/>
                  <a:pt x="924" y="6"/>
                  <a:pt x="949" y="9"/>
                </a:cubicBezTo>
                <a:cubicBezTo>
                  <a:pt x="975" y="12"/>
                  <a:pt x="1000" y="16"/>
                  <a:pt x="1025" y="21"/>
                </a:cubicBezTo>
                <a:cubicBezTo>
                  <a:pt x="1050" y="25"/>
                  <a:pt x="1074" y="31"/>
                  <a:pt x="1098" y="37"/>
                </a:cubicBezTo>
                <a:cubicBezTo>
                  <a:pt x="1122" y="43"/>
                  <a:pt x="1146" y="50"/>
                  <a:pt x="1169" y="57"/>
                </a:cubicBezTo>
                <a:cubicBezTo>
                  <a:pt x="1192" y="65"/>
                  <a:pt x="1214" y="73"/>
                  <a:pt x="1235" y="82"/>
                </a:cubicBezTo>
                <a:cubicBezTo>
                  <a:pt x="1257" y="90"/>
                  <a:pt x="1278" y="100"/>
                  <a:pt x="1298" y="110"/>
                </a:cubicBezTo>
                <a:cubicBezTo>
                  <a:pt x="1318" y="120"/>
                  <a:pt x="1337" y="131"/>
                  <a:pt x="1356" y="142"/>
                </a:cubicBezTo>
                <a:cubicBezTo>
                  <a:pt x="1374" y="153"/>
                  <a:pt x="1392" y="165"/>
                  <a:pt x="1408" y="178"/>
                </a:cubicBezTo>
                <a:cubicBezTo>
                  <a:pt x="1425" y="191"/>
                  <a:pt x="1440" y="204"/>
                  <a:pt x="1454" y="217"/>
                </a:cubicBezTo>
                <a:cubicBezTo>
                  <a:pt x="1469" y="230"/>
                  <a:pt x="1482" y="244"/>
                  <a:pt x="1494" y="258"/>
                </a:cubicBezTo>
                <a:cubicBezTo>
                  <a:pt x="1507" y="272"/>
                  <a:pt x="1518" y="286"/>
                  <a:pt x="1528" y="301"/>
                </a:cubicBezTo>
                <a:cubicBezTo>
                  <a:pt x="1538" y="316"/>
                  <a:pt x="1546" y="331"/>
                  <a:pt x="1554" y="346"/>
                </a:cubicBezTo>
                <a:cubicBezTo>
                  <a:pt x="1562" y="361"/>
                  <a:pt x="1568" y="376"/>
                  <a:pt x="1573" y="392"/>
                </a:cubicBezTo>
                <a:cubicBezTo>
                  <a:pt x="1578" y="408"/>
                  <a:pt x="1582" y="423"/>
                  <a:pt x="1584" y="439"/>
                </a:cubicBezTo>
                <a:cubicBezTo>
                  <a:pt x="1587" y="455"/>
                  <a:pt x="1588" y="471"/>
                  <a:pt x="1588" y="487"/>
                </a:cubicBezTo>
                <a:close/>
              </a:path>
            </a:pathLst>
          </a:custGeom>
          <a:solidFill>
            <a:srgbClr val="E6EE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文本框 267"/>
          <p:cNvSpPr txBox="1"/>
          <p:nvPr/>
        </p:nvSpPr>
        <p:spPr>
          <a:xfrm>
            <a:off x="857160" y="2739960"/>
            <a:ext cx="343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次伤害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文本框 268"/>
          <p:cNvSpPr txBox="1"/>
          <p:nvPr/>
        </p:nvSpPr>
        <p:spPr>
          <a:xfrm>
            <a:off x="4754880" y="1593360"/>
            <a:ext cx="266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👁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文本框 269"/>
          <p:cNvSpPr txBox="1"/>
          <p:nvPr/>
        </p:nvSpPr>
        <p:spPr>
          <a:xfrm>
            <a:off x="4635360" y="2045520"/>
            <a:ext cx="24912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2C3E50"/>
                </a:solidFill>
                <a:effectLst/>
                <a:uFillTx/>
                <a:latin typeface="Arial"/>
                <a:ea typeface="Arial"/>
              </a:rPr>
              <a:t>AI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文本框 270"/>
          <p:cNvSpPr txBox="1"/>
          <p:nvPr/>
        </p:nvSpPr>
        <p:spPr>
          <a:xfrm>
            <a:off x="4883040" y="2041920"/>
            <a:ext cx="1044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与⼈⼯协同监控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文本框 271"/>
          <p:cNvSpPr txBox="1"/>
          <p:nvPr/>
        </p:nvSpPr>
        <p:spPr>
          <a:xfrm>
            <a:off x="4635360" y="2366280"/>
            <a:ext cx="1258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双重审核确保内容安全，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文本框 272"/>
          <p:cNvSpPr txBox="1"/>
          <p:nvPr/>
        </p:nvSpPr>
        <p:spPr>
          <a:xfrm>
            <a:off x="6730920" y="2369160"/>
            <a:ext cx="19116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AI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文本框 273"/>
          <p:cNvSpPr txBox="1"/>
          <p:nvPr/>
        </p:nvSpPr>
        <p:spPr>
          <a:xfrm>
            <a:off x="6921360" y="2366280"/>
            <a:ext cx="3438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实时学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任意多边形: 形状 274"/>
          <p:cNvSpPr/>
          <p:nvPr/>
        </p:nvSpPr>
        <p:spPr>
          <a:xfrm>
            <a:off x="8124480" y="1324800"/>
            <a:ext cx="3496320" cy="1868040"/>
          </a:xfrm>
          <a:custGeom>
            <a:avLst/>
            <a:gdLst/>
            <a:ahLst/>
            <a:cxnLst/>
            <a:rect l="0" t="0" r="r" b="b"/>
            <a:pathLst>
              <a:path w="9712" h="5189">
                <a:moveTo>
                  <a:pt x="0" y="4994"/>
                </a:moveTo>
                <a:lnTo>
                  <a:pt x="0" y="162"/>
                </a:lnTo>
                <a:cubicBezTo>
                  <a:pt x="0" y="151"/>
                  <a:pt x="2" y="141"/>
                  <a:pt x="7" y="130"/>
                </a:cubicBezTo>
                <a:cubicBezTo>
                  <a:pt x="11" y="120"/>
                  <a:pt x="17" y="110"/>
                  <a:pt x="25" y="100"/>
                </a:cubicBezTo>
                <a:cubicBezTo>
                  <a:pt x="33" y="90"/>
                  <a:pt x="42" y="81"/>
                  <a:pt x="54" y="72"/>
                </a:cubicBezTo>
                <a:cubicBezTo>
                  <a:pt x="66" y="63"/>
                  <a:pt x="79" y="55"/>
                  <a:pt x="93" y="47"/>
                </a:cubicBezTo>
                <a:cubicBezTo>
                  <a:pt x="108" y="40"/>
                  <a:pt x="124" y="33"/>
                  <a:pt x="142" y="27"/>
                </a:cubicBezTo>
                <a:cubicBezTo>
                  <a:pt x="159" y="21"/>
                  <a:pt x="177" y="16"/>
                  <a:pt x="196" y="12"/>
                </a:cubicBezTo>
                <a:cubicBezTo>
                  <a:pt x="216" y="8"/>
                  <a:pt x="236" y="5"/>
                  <a:pt x="256" y="3"/>
                </a:cubicBezTo>
                <a:cubicBezTo>
                  <a:pt x="276" y="1"/>
                  <a:pt x="297" y="0"/>
                  <a:pt x="318" y="0"/>
                </a:cubicBezTo>
                <a:lnTo>
                  <a:pt x="9394" y="0"/>
                </a:lnTo>
                <a:cubicBezTo>
                  <a:pt x="9415" y="0"/>
                  <a:pt x="9436" y="1"/>
                  <a:pt x="9456" y="3"/>
                </a:cubicBezTo>
                <a:cubicBezTo>
                  <a:pt x="9477" y="5"/>
                  <a:pt x="9496" y="8"/>
                  <a:pt x="9516" y="12"/>
                </a:cubicBezTo>
                <a:cubicBezTo>
                  <a:pt x="9535" y="16"/>
                  <a:pt x="9553" y="21"/>
                  <a:pt x="9571" y="27"/>
                </a:cubicBezTo>
                <a:cubicBezTo>
                  <a:pt x="9588" y="33"/>
                  <a:pt x="9604" y="40"/>
                  <a:pt x="9619" y="47"/>
                </a:cubicBezTo>
                <a:cubicBezTo>
                  <a:pt x="9633" y="55"/>
                  <a:pt x="9647" y="63"/>
                  <a:pt x="9658" y="72"/>
                </a:cubicBezTo>
                <a:cubicBezTo>
                  <a:pt x="9670" y="81"/>
                  <a:pt x="9680" y="90"/>
                  <a:pt x="9687" y="100"/>
                </a:cubicBezTo>
                <a:cubicBezTo>
                  <a:pt x="9695" y="110"/>
                  <a:pt x="9701" y="120"/>
                  <a:pt x="9706" y="130"/>
                </a:cubicBezTo>
                <a:cubicBezTo>
                  <a:pt x="9710" y="141"/>
                  <a:pt x="9712" y="151"/>
                  <a:pt x="9712" y="162"/>
                </a:cubicBezTo>
                <a:lnTo>
                  <a:pt x="9712" y="4994"/>
                </a:lnTo>
                <a:cubicBezTo>
                  <a:pt x="9712" y="5007"/>
                  <a:pt x="9710" y="5020"/>
                  <a:pt x="9706" y="5032"/>
                </a:cubicBezTo>
                <a:cubicBezTo>
                  <a:pt x="9701" y="5045"/>
                  <a:pt x="9695" y="5057"/>
                  <a:pt x="9687" y="5069"/>
                </a:cubicBezTo>
                <a:cubicBezTo>
                  <a:pt x="9680" y="5081"/>
                  <a:pt x="9670" y="5092"/>
                  <a:pt x="9658" y="5102"/>
                </a:cubicBezTo>
                <a:cubicBezTo>
                  <a:pt x="9647" y="5113"/>
                  <a:pt x="9633" y="5123"/>
                  <a:pt x="9619" y="5132"/>
                </a:cubicBezTo>
                <a:cubicBezTo>
                  <a:pt x="9604" y="5141"/>
                  <a:pt x="9588" y="5149"/>
                  <a:pt x="9571" y="5156"/>
                </a:cubicBezTo>
                <a:cubicBezTo>
                  <a:pt x="9553" y="5163"/>
                  <a:pt x="9535" y="5169"/>
                  <a:pt x="9516" y="5174"/>
                </a:cubicBezTo>
                <a:cubicBezTo>
                  <a:pt x="9496" y="5179"/>
                  <a:pt x="9477" y="5183"/>
                  <a:pt x="9456" y="5185"/>
                </a:cubicBezTo>
                <a:cubicBezTo>
                  <a:pt x="9436" y="5188"/>
                  <a:pt x="9415" y="5189"/>
                  <a:pt x="9394" y="5189"/>
                </a:cubicBezTo>
                <a:lnTo>
                  <a:pt x="318" y="5189"/>
                </a:lnTo>
                <a:cubicBezTo>
                  <a:pt x="297" y="5189"/>
                  <a:pt x="276" y="5188"/>
                  <a:pt x="256" y="5185"/>
                </a:cubicBezTo>
                <a:cubicBezTo>
                  <a:pt x="236" y="5183"/>
                  <a:pt x="216" y="5179"/>
                  <a:pt x="196" y="5174"/>
                </a:cubicBezTo>
                <a:cubicBezTo>
                  <a:pt x="177" y="5169"/>
                  <a:pt x="159" y="5163"/>
                  <a:pt x="142" y="5156"/>
                </a:cubicBezTo>
                <a:cubicBezTo>
                  <a:pt x="124" y="5149"/>
                  <a:pt x="108" y="5141"/>
                  <a:pt x="93" y="5132"/>
                </a:cubicBezTo>
                <a:cubicBezTo>
                  <a:pt x="79" y="5123"/>
                  <a:pt x="66" y="5113"/>
                  <a:pt x="54" y="5102"/>
                </a:cubicBezTo>
                <a:cubicBezTo>
                  <a:pt x="42" y="5092"/>
                  <a:pt x="33" y="5081"/>
                  <a:pt x="25" y="5069"/>
                </a:cubicBezTo>
                <a:cubicBezTo>
                  <a:pt x="17" y="5057"/>
                  <a:pt x="11" y="5045"/>
                  <a:pt x="7" y="5032"/>
                </a:cubicBezTo>
                <a:cubicBezTo>
                  <a:pt x="2" y="5020"/>
                  <a:pt x="0" y="5007"/>
                  <a:pt x="0" y="4994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任意多边形: 形状 275"/>
          <p:cNvSpPr/>
          <p:nvPr/>
        </p:nvSpPr>
        <p:spPr>
          <a:xfrm>
            <a:off x="8124480" y="1312920"/>
            <a:ext cx="3496320" cy="70560"/>
          </a:xfrm>
          <a:custGeom>
            <a:avLst/>
            <a:gdLst/>
            <a:ahLst/>
            <a:cxnLst/>
            <a:rect l="0" t="0" r="r" b="b"/>
            <a:pathLst>
              <a:path w="9712" h="196">
                <a:moveTo>
                  <a:pt x="0" y="0"/>
                </a:moveTo>
                <a:lnTo>
                  <a:pt x="9712" y="0"/>
                </a:lnTo>
                <a:lnTo>
                  <a:pt x="9712" y="196"/>
                </a:lnTo>
                <a:lnTo>
                  <a:pt x="0" y="196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任意多边形: 形状 276"/>
          <p:cNvSpPr/>
          <p:nvPr/>
        </p:nvSpPr>
        <p:spPr>
          <a:xfrm>
            <a:off x="8410320" y="1511640"/>
            <a:ext cx="572040" cy="350280"/>
          </a:xfrm>
          <a:custGeom>
            <a:avLst/>
            <a:gdLst/>
            <a:ahLst/>
            <a:cxnLst/>
            <a:rect l="0" t="0" r="r" b="b"/>
            <a:pathLst>
              <a:path w="1589" h="973">
                <a:moveTo>
                  <a:pt x="1589" y="487"/>
                </a:moveTo>
                <a:cubicBezTo>
                  <a:pt x="1589" y="503"/>
                  <a:pt x="1587" y="519"/>
                  <a:pt x="1585" y="535"/>
                </a:cubicBezTo>
                <a:cubicBezTo>
                  <a:pt x="1582" y="551"/>
                  <a:pt x="1579" y="566"/>
                  <a:pt x="1573" y="582"/>
                </a:cubicBezTo>
                <a:cubicBezTo>
                  <a:pt x="1568" y="598"/>
                  <a:pt x="1562" y="613"/>
                  <a:pt x="1555" y="628"/>
                </a:cubicBezTo>
                <a:cubicBezTo>
                  <a:pt x="1547" y="643"/>
                  <a:pt x="1538" y="658"/>
                  <a:pt x="1528" y="673"/>
                </a:cubicBezTo>
                <a:cubicBezTo>
                  <a:pt x="1518" y="688"/>
                  <a:pt x="1507" y="702"/>
                  <a:pt x="1495" y="716"/>
                </a:cubicBezTo>
                <a:cubicBezTo>
                  <a:pt x="1483" y="730"/>
                  <a:pt x="1469" y="744"/>
                  <a:pt x="1455" y="757"/>
                </a:cubicBezTo>
                <a:cubicBezTo>
                  <a:pt x="1440" y="770"/>
                  <a:pt x="1425" y="783"/>
                  <a:pt x="1409" y="796"/>
                </a:cubicBezTo>
                <a:cubicBezTo>
                  <a:pt x="1392" y="808"/>
                  <a:pt x="1375" y="820"/>
                  <a:pt x="1356" y="831"/>
                </a:cubicBezTo>
                <a:cubicBezTo>
                  <a:pt x="1338" y="842"/>
                  <a:pt x="1319" y="853"/>
                  <a:pt x="1299" y="863"/>
                </a:cubicBezTo>
                <a:cubicBezTo>
                  <a:pt x="1278" y="873"/>
                  <a:pt x="1258" y="883"/>
                  <a:pt x="1235" y="891"/>
                </a:cubicBezTo>
                <a:cubicBezTo>
                  <a:pt x="1213" y="900"/>
                  <a:pt x="1191" y="908"/>
                  <a:pt x="1168" y="916"/>
                </a:cubicBezTo>
                <a:cubicBezTo>
                  <a:pt x="1145" y="923"/>
                  <a:pt x="1122" y="930"/>
                  <a:pt x="1098" y="936"/>
                </a:cubicBezTo>
                <a:cubicBezTo>
                  <a:pt x="1074" y="942"/>
                  <a:pt x="1049" y="948"/>
                  <a:pt x="1024" y="952"/>
                </a:cubicBezTo>
                <a:cubicBezTo>
                  <a:pt x="999" y="957"/>
                  <a:pt x="974" y="961"/>
                  <a:pt x="949" y="964"/>
                </a:cubicBezTo>
                <a:cubicBezTo>
                  <a:pt x="923" y="967"/>
                  <a:pt x="898" y="969"/>
                  <a:pt x="872" y="971"/>
                </a:cubicBezTo>
                <a:cubicBezTo>
                  <a:pt x="846" y="973"/>
                  <a:pt x="820" y="973"/>
                  <a:pt x="794" y="973"/>
                </a:cubicBezTo>
                <a:cubicBezTo>
                  <a:pt x="768" y="973"/>
                  <a:pt x="742" y="973"/>
                  <a:pt x="716" y="971"/>
                </a:cubicBezTo>
                <a:cubicBezTo>
                  <a:pt x="690" y="969"/>
                  <a:pt x="665" y="967"/>
                  <a:pt x="639" y="964"/>
                </a:cubicBezTo>
                <a:cubicBezTo>
                  <a:pt x="614" y="961"/>
                  <a:pt x="588" y="957"/>
                  <a:pt x="564" y="952"/>
                </a:cubicBezTo>
                <a:cubicBezTo>
                  <a:pt x="539" y="948"/>
                  <a:pt x="514" y="942"/>
                  <a:pt x="490" y="936"/>
                </a:cubicBezTo>
                <a:cubicBezTo>
                  <a:pt x="466" y="930"/>
                  <a:pt x="443" y="923"/>
                  <a:pt x="420" y="916"/>
                </a:cubicBezTo>
                <a:cubicBezTo>
                  <a:pt x="397" y="908"/>
                  <a:pt x="375" y="900"/>
                  <a:pt x="353" y="891"/>
                </a:cubicBezTo>
                <a:cubicBezTo>
                  <a:pt x="331" y="883"/>
                  <a:pt x="311" y="873"/>
                  <a:pt x="290" y="863"/>
                </a:cubicBezTo>
                <a:cubicBezTo>
                  <a:pt x="270" y="853"/>
                  <a:pt x="251" y="842"/>
                  <a:pt x="233" y="831"/>
                </a:cubicBezTo>
                <a:cubicBezTo>
                  <a:pt x="214" y="820"/>
                  <a:pt x="197" y="808"/>
                  <a:pt x="180" y="796"/>
                </a:cubicBezTo>
                <a:cubicBezTo>
                  <a:pt x="164" y="783"/>
                  <a:pt x="148" y="770"/>
                  <a:pt x="134" y="757"/>
                </a:cubicBezTo>
                <a:cubicBezTo>
                  <a:pt x="120" y="744"/>
                  <a:pt x="106" y="730"/>
                  <a:pt x="94" y="716"/>
                </a:cubicBezTo>
                <a:cubicBezTo>
                  <a:pt x="82" y="702"/>
                  <a:pt x="71" y="688"/>
                  <a:pt x="61" y="673"/>
                </a:cubicBezTo>
                <a:cubicBezTo>
                  <a:pt x="51" y="658"/>
                  <a:pt x="42" y="643"/>
                  <a:pt x="34" y="628"/>
                </a:cubicBezTo>
                <a:cubicBezTo>
                  <a:pt x="27" y="613"/>
                  <a:pt x="21" y="598"/>
                  <a:pt x="15" y="582"/>
                </a:cubicBezTo>
                <a:cubicBezTo>
                  <a:pt x="10" y="566"/>
                  <a:pt x="7" y="551"/>
                  <a:pt x="4" y="535"/>
                </a:cubicBezTo>
                <a:cubicBezTo>
                  <a:pt x="1" y="519"/>
                  <a:pt x="0" y="503"/>
                  <a:pt x="0" y="487"/>
                </a:cubicBezTo>
                <a:cubicBezTo>
                  <a:pt x="0" y="471"/>
                  <a:pt x="1" y="455"/>
                  <a:pt x="4" y="439"/>
                </a:cubicBezTo>
                <a:cubicBezTo>
                  <a:pt x="7" y="423"/>
                  <a:pt x="10" y="408"/>
                  <a:pt x="15" y="392"/>
                </a:cubicBezTo>
                <a:cubicBezTo>
                  <a:pt x="21" y="376"/>
                  <a:pt x="27" y="361"/>
                  <a:pt x="34" y="346"/>
                </a:cubicBezTo>
                <a:cubicBezTo>
                  <a:pt x="42" y="331"/>
                  <a:pt x="51" y="316"/>
                  <a:pt x="61" y="301"/>
                </a:cubicBezTo>
                <a:cubicBezTo>
                  <a:pt x="71" y="286"/>
                  <a:pt x="82" y="272"/>
                  <a:pt x="94" y="258"/>
                </a:cubicBezTo>
                <a:cubicBezTo>
                  <a:pt x="106" y="244"/>
                  <a:pt x="120" y="230"/>
                  <a:pt x="134" y="217"/>
                </a:cubicBezTo>
                <a:cubicBezTo>
                  <a:pt x="148" y="204"/>
                  <a:pt x="164" y="191"/>
                  <a:pt x="180" y="178"/>
                </a:cubicBezTo>
                <a:cubicBezTo>
                  <a:pt x="197" y="165"/>
                  <a:pt x="214" y="153"/>
                  <a:pt x="233" y="142"/>
                </a:cubicBezTo>
                <a:cubicBezTo>
                  <a:pt x="251" y="131"/>
                  <a:pt x="270" y="120"/>
                  <a:pt x="290" y="110"/>
                </a:cubicBezTo>
                <a:cubicBezTo>
                  <a:pt x="311" y="100"/>
                  <a:pt x="331" y="90"/>
                  <a:pt x="353" y="82"/>
                </a:cubicBezTo>
                <a:cubicBezTo>
                  <a:pt x="375" y="73"/>
                  <a:pt x="397" y="65"/>
                  <a:pt x="420" y="57"/>
                </a:cubicBezTo>
                <a:cubicBezTo>
                  <a:pt x="443" y="50"/>
                  <a:pt x="466" y="43"/>
                  <a:pt x="490" y="37"/>
                </a:cubicBezTo>
                <a:cubicBezTo>
                  <a:pt x="514" y="31"/>
                  <a:pt x="539" y="25"/>
                  <a:pt x="564" y="21"/>
                </a:cubicBezTo>
                <a:cubicBezTo>
                  <a:pt x="588" y="16"/>
                  <a:pt x="614" y="12"/>
                  <a:pt x="639" y="9"/>
                </a:cubicBezTo>
                <a:cubicBezTo>
                  <a:pt x="665" y="6"/>
                  <a:pt x="690" y="4"/>
                  <a:pt x="716" y="2"/>
                </a:cubicBezTo>
                <a:cubicBezTo>
                  <a:pt x="742" y="0"/>
                  <a:pt x="768" y="0"/>
                  <a:pt x="794" y="0"/>
                </a:cubicBezTo>
                <a:cubicBezTo>
                  <a:pt x="820" y="0"/>
                  <a:pt x="846" y="0"/>
                  <a:pt x="872" y="2"/>
                </a:cubicBezTo>
                <a:cubicBezTo>
                  <a:pt x="898" y="4"/>
                  <a:pt x="923" y="6"/>
                  <a:pt x="949" y="9"/>
                </a:cubicBezTo>
                <a:cubicBezTo>
                  <a:pt x="974" y="12"/>
                  <a:pt x="999" y="16"/>
                  <a:pt x="1024" y="21"/>
                </a:cubicBezTo>
                <a:cubicBezTo>
                  <a:pt x="1049" y="25"/>
                  <a:pt x="1074" y="31"/>
                  <a:pt x="1098" y="37"/>
                </a:cubicBezTo>
                <a:cubicBezTo>
                  <a:pt x="1122" y="43"/>
                  <a:pt x="1145" y="50"/>
                  <a:pt x="1168" y="57"/>
                </a:cubicBezTo>
                <a:cubicBezTo>
                  <a:pt x="1191" y="65"/>
                  <a:pt x="1213" y="73"/>
                  <a:pt x="1235" y="82"/>
                </a:cubicBezTo>
                <a:cubicBezTo>
                  <a:pt x="1258" y="90"/>
                  <a:pt x="1278" y="100"/>
                  <a:pt x="1299" y="110"/>
                </a:cubicBezTo>
                <a:cubicBezTo>
                  <a:pt x="1319" y="120"/>
                  <a:pt x="1338" y="131"/>
                  <a:pt x="1356" y="142"/>
                </a:cubicBezTo>
                <a:cubicBezTo>
                  <a:pt x="1375" y="153"/>
                  <a:pt x="1392" y="165"/>
                  <a:pt x="1409" y="178"/>
                </a:cubicBezTo>
                <a:cubicBezTo>
                  <a:pt x="1425" y="191"/>
                  <a:pt x="1440" y="204"/>
                  <a:pt x="1455" y="217"/>
                </a:cubicBezTo>
                <a:cubicBezTo>
                  <a:pt x="1469" y="230"/>
                  <a:pt x="1483" y="244"/>
                  <a:pt x="1495" y="258"/>
                </a:cubicBezTo>
                <a:cubicBezTo>
                  <a:pt x="1507" y="272"/>
                  <a:pt x="1518" y="286"/>
                  <a:pt x="1528" y="301"/>
                </a:cubicBezTo>
                <a:cubicBezTo>
                  <a:pt x="1538" y="316"/>
                  <a:pt x="1547" y="331"/>
                  <a:pt x="1555" y="346"/>
                </a:cubicBezTo>
                <a:cubicBezTo>
                  <a:pt x="1562" y="361"/>
                  <a:pt x="1568" y="376"/>
                  <a:pt x="1573" y="392"/>
                </a:cubicBezTo>
                <a:cubicBezTo>
                  <a:pt x="1579" y="408"/>
                  <a:pt x="1582" y="423"/>
                  <a:pt x="1585" y="439"/>
                </a:cubicBezTo>
                <a:cubicBezTo>
                  <a:pt x="1587" y="455"/>
                  <a:pt x="1589" y="471"/>
                  <a:pt x="1589" y="487"/>
                </a:cubicBezTo>
                <a:close/>
              </a:path>
            </a:pathLst>
          </a:custGeom>
          <a:solidFill>
            <a:srgbClr val="E6EE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文本框 277"/>
          <p:cNvSpPr txBox="1"/>
          <p:nvPr/>
        </p:nvSpPr>
        <p:spPr>
          <a:xfrm>
            <a:off x="4635360" y="2553120"/>
            <a:ext cx="1487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习优化</a:t>
            </a:r>
            <a:r>
              <a:rPr lang="zh-CN" sz="9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，⼈⼯保障判断准确性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文本框 278"/>
          <p:cNvSpPr txBox="1"/>
          <p:nvPr/>
        </p:nvSpPr>
        <p:spPr>
          <a:xfrm>
            <a:off x="8533080" y="1593360"/>
            <a:ext cx="266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🔒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文本框 279"/>
          <p:cNvSpPr txBox="1"/>
          <p:nvPr/>
        </p:nvSpPr>
        <p:spPr>
          <a:xfrm>
            <a:off x="8413560" y="2041920"/>
            <a:ext cx="8953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安全简易社交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文本框 280"/>
          <p:cNvSpPr txBox="1"/>
          <p:nvPr/>
        </p:nvSpPr>
        <p:spPr>
          <a:xfrm>
            <a:off x="8413560" y="2366280"/>
            <a:ext cx="148716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禁⽌私信与个⼈信息交换，</a:t>
            </a:r>
            <a:r>
              <a:rPr lang="zh-CN" sz="9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类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文本框 281"/>
          <p:cNvSpPr txBox="1"/>
          <p:nvPr/>
        </p:nvSpPr>
        <p:spPr>
          <a:xfrm>
            <a:off x="8413560" y="2556000"/>
            <a:ext cx="70992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Discord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任意多边形: 形状 282"/>
          <p:cNvSpPr/>
          <p:nvPr/>
        </p:nvSpPr>
        <p:spPr>
          <a:xfrm>
            <a:off x="571320" y="3367440"/>
            <a:ext cx="11049480" cy="1389600"/>
          </a:xfrm>
          <a:custGeom>
            <a:avLst/>
            <a:gdLst/>
            <a:ahLst/>
            <a:cxnLst/>
            <a:rect l="0" t="0" r="r" b="b"/>
            <a:pathLst>
              <a:path w="30693" h="3860">
                <a:moveTo>
                  <a:pt x="0" y="3665"/>
                </a:moveTo>
                <a:lnTo>
                  <a:pt x="0" y="195"/>
                </a:lnTo>
                <a:cubicBezTo>
                  <a:pt x="0" y="182"/>
                  <a:pt x="2" y="169"/>
                  <a:pt x="6" y="157"/>
                </a:cubicBezTo>
                <a:cubicBezTo>
                  <a:pt x="10" y="144"/>
                  <a:pt x="16" y="132"/>
                  <a:pt x="24" y="120"/>
                </a:cubicBezTo>
                <a:cubicBezTo>
                  <a:pt x="32" y="109"/>
                  <a:pt x="42" y="97"/>
                  <a:pt x="54" y="87"/>
                </a:cubicBezTo>
                <a:cubicBezTo>
                  <a:pt x="65" y="76"/>
                  <a:pt x="78" y="66"/>
                  <a:pt x="93" y="57"/>
                </a:cubicBezTo>
                <a:cubicBezTo>
                  <a:pt x="108" y="48"/>
                  <a:pt x="124" y="40"/>
                  <a:pt x="141" y="33"/>
                </a:cubicBezTo>
                <a:cubicBezTo>
                  <a:pt x="158" y="26"/>
                  <a:pt x="177" y="20"/>
                  <a:pt x="196" y="15"/>
                </a:cubicBezTo>
                <a:cubicBezTo>
                  <a:pt x="215" y="10"/>
                  <a:pt x="235" y="6"/>
                  <a:pt x="256" y="4"/>
                </a:cubicBezTo>
                <a:cubicBezTo>
                  <a:pt x="276" y="2"/>
                  <a:pt x="297" y="0"/>
                  <a:pt x="317" y="0"/>
                </a:cubicBezTo>
                <a:lnTo>
                  <a:pt x="30375" y="0"/>
                </a:lnTo>
                <a:cubicBezTo>
                  <a:pt x="30396" y="0"/>
                  <a:pt x="30417" y="2"/>
                  <a:pt x="30437" y="4"/>
                </a:cubicBezTo>
                <a:cubicBezTo>
                  <a:pt x="30458" y="6"/>
                  <a:pt x="30477" y="10"/>
                  <a:pt x="30497" y="15"/>
                </a:cubicBezTo>
                <a:cubicBezTo>
                  <a:pt x="30516" y="20"/>
                  <a:pt x="30534" y="26"/>
                  <a:pt x="30552" y="33"/>
                </a:cubicBezTo>
                <a:cubicBezTo>
                  <a:pt x="30569" y="40"/>
                  <a:pt x="30585" y="48"/>
                  <a:pt x="30600" y="57"/>
                </a:cubicBezTo>
                <a:cubicBezTo>
                  <a:pt x="30614" y="66"/>
                  <a:pt x="30628" y="76"/>
                  <a:pt x="30639" y="87"/>
                </a:cubicBezTo>
                <a:cubicBezTo>
                  <a:pt x="30651" y="97"/>
                  <a:pt x="30661" y="109"/>
                  <a:pt x="30668" y="120"/>
                </a:cubicBezTo>
                <a:cubicBezTo>
                  <a:pt x="30676" y="132"/>
                  <a:pt x="30682" y="144"/>
                  <a:pt x="30687" y="157"/>
                </a:cubicBezTo>
                <a:cubicBezTo>
                  <a:pt x="30691" y="169"/>
                  <a:pt x="30693" y="182"/>
                  <a:pt x="30693" y="195"/>
                </a:cubicBezTo>
                <a:lnTo>
                  <a:pt x="30693" y="3665"/>
                </a:lnTo>
                <a:cubicBezTo>
                  <a:pt x="30693" y="3678"/>
                  <a:pt x="30691" y="3691"/>
                  <a:pt x="30687" y="3703"/>
                </a:cubicBezTo>
                <a:cubicBezTo>
                  <a:pt x="30682" y="3716"/>
                  <a:pt x="30676" y="3728"/>
                  <a:pt x="30668" y="3740"/>
                </a:cubicBezTo>
                <a:cubicBezTo>
                  <a:pt x="30661" y="3752"/>
                  <a:pt x="30651" y="3763"/>
                  <a:pt x="30639" y="3773"/>
                </a:cubicBezTo>
                <a:cubicBezTo>
                  <a:pt x="30628" y="3784"/>
                  <a:pt x="30614" y="3794"/>
                  <a:pt x="30600" y="3803"/>
                </a:cubicBezTo>
                <a:cubicBezTo>
                  <a:pt x="30585" y="3812"/>
                  <a:pt x="30569" y="3820"/>
                  <a:pt x="30552" y="3827"/>
                </a:cubicBezTo>
                <a:cubicBezTo>
                  <a:pt x="30534" y="3834"/>
                  <a:pt x="30516" y="3840"/>
                  <a:pt x="30497" y="3845"/>
                </a:cubicBezTo>
                <a:cubicBezTo>
                  <a:pt x="30477" y="3850"/>
                  <a:pt x="30458" y="3854"/>
                  <a:pt x="30437" y="3856"/>
                </a:cubicBezTo>
                <a:cubicBezTo>
                  <a:pt x="30417" y="3859"/>
                  <a:pt x="30396" y="3860"/>
                  <a:pt x="30375" y="3860"/>
                </a:cubicBezTo>
                <a:lnTo>
                  <a:pt x="317" y="3860"/>
                </a:lnTo>
                <a:cubicBezTo>
                  <a:pt x="297" y="3860"/>
                  <a:pt x="276" y="3859"/>
                  <a:pt x="256" y="3856"/>
                </a:cubicBezTo>
                <a:cubicBezTo>
                  <a:pt x="235" y="3854"/>
                  <a:pt x="215" y="3850"/>
                  <a:pt x="196" y="3845"/>
                </a:cubicBezTo>
                <a:cubicBezTo>
                  <a:pt x="177" y="3840"/>
                  <a:pt x="158" y="3834"/>
                  <a:pt x="141" y="3827"/>
                </a:cubicBezTo>
                <a:cubicBezTo>
                  <a:pt x="124" y="3820"/>
                  <a:pt x="108" y="3812"/>
                  <a:pt x="93" y="3803"/>
                </a:cubicBezTo>
                <a:cubicBezTo>
                  <a:pt x="78" y="3794"/>
                  <a:pt x="65" y="3784"/>
                  <a:pt x="54" y="3773"/>
                </a:cubicBezTo>
                <a:cubicBezTo>
                  <a:pt x="42" y="3763"/>
                  <a:pt x="32" y="3752"/>
                  <a:pt x="24" y="3740"/>
                </a:cubicBezTo>
                <a:cubicBezTo>
                  <a:pt x="16" y="3728"/>
                  <a:pt x="10" y="3716"/>
                  <a:pt x="6" y="3703"/>
                </a:cubicBezTo>
                <a:cubicBezTo>
                  <a:pt x="2" y="3691"/>
                  <a:pt x="0" y="3678"/>
                  <a:pt x="0" y="3665"/>
                </a:cubicBezTo>
                <a:close/>
              </a:path>
            </a:pathLst>
          </a:custGeom>
          <a:solidFill>
            <a:srgbClr val="E6EE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任意多边形: 形状 283"/>
          <p:cNvSpPr/>
          <p:nvPr/>
        </p:nvSpPr>
        <p:spPr>
          <a:xfrm>
            <a:off x="857160" y="3828600"/>
            <a:ext cx="762120" cy="467280"/>
          </a:xfrm>
          <a:custGeom>
            <a:avLst/>
            <a:gdLst/>
            <a:ahLst/>
            <a:cxnLst/>
            <a:rect l="0" t="0" r="r" b="b"/>
            <a:pathLst>
              <a:path w="2117" h="1298">
                <a:moveTo>
                  <a:pt x="2117" y="650"/>
                </a:moveTo>
                <a:cubicBezTo>
                  <a:pt x="2117" y="671"/>
                  <a:pt x="2116" y="692"/>
                  <a:pt x="2112" y="713"/>
                </a:cubicBezTo>
                <a:cubicBezTo>
                  <a:pt x="2109" y="734"/>
                  <a:pt x="2104" y="755"/>
                  <a:pt x="2097" y="776"/>
                </a:cubicBezTo>
                <a:cubicBezTo>
                  <a:pt x="2090" y="797"/>
                  <a:pt x="2082" y="818"/>
                  <a:pt x="2072" y="838"/>
                </a:cubicBezTo>
                <a:cubicBezTo>
                  <a:pt x="2062" y="858"/>
                  <a:pt x="2050" y="878"/>
                  <a:pt x="2037" y="898"/>
                </a:cubicBezTo>
                <a:cubicBezTo>
                  <a:pt x="2024" y="917"/>
                  <a:pt x="2009" y="937"/>
                  <a:pt x="1992" y="955"/>
                </a:cubicBezTo>
                <a:cubicBezTo>
                  <a:pt x="1976" y="974"/>
                  <a:pt x="1958" y="992"/>
                  <a:pt x="1939" y="1010"/>
                </a:cubicBezTo>
                <a:cubicBezTo>
                  <a:pt x="1920" y="1028"/>
                  <a:pt x="1899" y="1045"/>
                  <a:pt x="1877" y="1061"/>
                </a:cubicBezTo>
                <a:cubicBezTo>
                  <a:pt x="1855" y="1077"/>
                  <a:pt x="1832" y="1093"/>
                  <a:pt x="1807" y="1108"/>
                </a:cubicBezTo>
                <a:cubicBezTo>
                  <a:pt x="1783" y="1123"/>
                  <a:pt x="1757" y="1137"/>
                  <a:pt x="1730" y="1151"/>
                </a:cubicBezTo>
                <a:cubicBezTo>
                  <a:pt x="1704" y="1164"/>
                  <a:pt x="1676" y="1177"/>
                  <a:pt x="1647" y="1189"/>
                </a:cubicBezTo>
                <a:cubicBezTo>
                  <a:pt x="1618" y="1201"/>
                  <a:pt x="1589" y="1212"/>
                  <a:pt x="1558" y="1222"/>
                </a:cubicBezTo>
                <a:cubicBezTo>
                  <a:pt x="1527" y="1232"/>
                  <a:pt x="1496" y="1241"/>
                  <a:pt x="1464" y="1249"/>
                </a:cubicBezTo>
                <a:cubicBezTo>
                  <a:pt x="1432" y="1257"/>
                  <a:pt x="1399" y="1264"/>
                  <a:pt x="1366" y="1270"/>
                </a:cubicBezTo>
                <a:cubicBezTo>
                  <a:pt x="1333" y="1276"/>
                  <a:pt x="1300" y="1281"/>
                  <a:pt x="1266" y="1286"/>
                </a:cubicBezTo>
                <a:cubicBezTo>
                  <a:pt x="1232" y="1290"/>
                  <a:pt x="1197" y="1293"/>
                  <a:pt x="1163" y="1295"/>
                </a:cubicBezTo>
                <a:cubicBezTo>
                  <a:pt x="1128" y="1297"/>
                  <a:pt x="1094" y="1298"/>
                  <a:pt x="1059" y="1298"/>
                </a:cubicBezTo>
                <a:cubicBezTo>
                  <a:pt x="1024" y="1298"/>
                  <a:pt x="990" y="1297"/>
                  <a:pt x="955" y="1295"/>
                </a:cubicBezTo>
                <a:cubicBezTo>
                  <a:pt x="921" y="1293"/>
                  <a:pt x="887" y="1290"/>
                  <a:pt x="853" y="1286"/>
                </a:cubicBezTo>
                <a:cubicBezTo>
                  <a:pt x="819" y="1281"/>
                  <a:pt x="784" y="1276"/>
                  <a:pt x="751" y="1270"/>
                </a:cubicBezTo>
                <a:cubicBezTo>
                  <a:pt x="718" y="1264"/>
                  <a:pt x="685" y="1257"/>
                  <a:pt x="653" y="1249"/>
                </a:cubicBezTo>
                <a:cubicBezTo>
                  <a:pt x="621" y="1241"/>
                  <a:pt x="590" y="1232"/>
                  <a:pt x="559" y="1222"/>
                </a:cubicBezTo>
                <a:cubicBezTo>
                  <a:pt x="529" y="1212"/>
                  <a:pt x="499" y="1201"/>
                  <a:pt x="470" y="1189"/>
                </a:cubicBezTo>
                <a:cubicBezTo>
                  <a:pt x="441" y="1177"/>
                  <a:pt x="413" y="1164"/>
                  <a:pt x="387" y="1151"/>
                </a:cubicBezTo>
                <a:cubicBezTo>
                  <a:pt x="360" y="1137"/>
                  <a:pt x="334" y="1123"/>
                  <a:pt x="310" y="1108"/>
                </a:cubicBezTo>
                <a:cubicBezTo>
                  <a:pt x="285" y="1093"/>
                  <a:pt x="262" y="1077"/>
                  <a:pt x="240" y="1061"/>
                </a:cubicBezTo>
                <a:cubicBezTo>
                  <a:pt x="218" y="1045"/>
                  <a:pt x="197" y="1028"/>
                  <a:pt x="178" y="1010"/>
                </a:cubicBezTo>
                <a:cubicBezTo>
                  <a:pt x="159" y="992"/>
                  <a:pt x="141" y="974"/>
                  <a:pt x="125" y="955"/>
                </a:cubicBezTo>
                <a:cubicBezTo>
                  <a:pt x="108" y="937"/>
                  <a:pt x="94" y="917"/>
                  <a:pt x="80" y="898"/>
                </a:cubicBezTo>
                <a:cubicBezTo>
                  <a:pt x="67" y="878"/>
                  <a:pt x="55" y="858"/>
                  <a:pt x="45" y="838"/>
                </a:cubicBezTo>
                <a:cubicBezTo>
                  <a:pt x="35" y="818"/>
                  <a:pt x="27" y="797"/>
                  <a:pt x="20" y="776"/>
                </a:cubicBezTo>
                <a:cubicBezTo>
                  <a:pt x="13" y="755"/>
                  <a:pt x="8" y="734"/>
                  <a:pt x="5" y="713"/>
                </a:cubicBezTo>
                <a:cubicBezTo>
                  <a:pt x="1" y="692"/>
                  <a:pt x="0" y="671"/>
                  <a:pt x="0" y="650"/>
                </a:cubicBezTo>
                <a:cubicBezTo>
                  <a:pt x="0" y="628"/>
                  <a:pt x="1" y="607"/>
                  <a:pt x="5" y="586"/>
                </a:cubicBezTo>
                <a:cubicBezTo>
                  <a:pt x="8" y="565"/>
                  <a:pt x="13" y="544"/>
                  <a:pt x="20" y="523"/>
                </a:cubicBezTo>
                <a:cubicBezTo>
                  <a:pt x="27" y="502"/>
                  <a:pt x="35" y="482"/>
                  <a:pt x="45" y="461"/>
                </a:cubicBezTo>
                <a:cubicBezTo>
                  <a:pt x="55" y="441"/>
                  <a:pt x="67" y="421"/>
                  <a:pt x="80" y="401"/>
                </a:cubicBezTo>
                <a:cubicBezTo>
                  <a:pt x="94" y="381"/>
                  <a:pt x="108" y="362"/>
                  <a:pt x="125" y="343"/>
                </a:cubicBezTo>
                <a:cubicBezTo>
                  <a:pt x="141" y="324"/>
                  <a:pt x="159" y="306"/>
                  <a:pt x="178" y="288"/>
                </a:cubicBezTo>
                <a:cubicBezTo>
                  <a:pt x="197" y="271"/>
                  <a:pt x="218" y="254"/>
                  <a:pt x="240" y="237"/>
                </a:cubicBezTo>
                <a:cubicBezTo>
                  <a:pt x="262" y="221"/>
                  <a:pt x="285" y="205"/>
                  <a:pt x="310" y="190"/>
                </a:cubicBezTo>
                <a:cubicBezTo>
                  <a:pt x="334" y="175"/>
                  <a:pt x="360" y="161"/>
                  <a:pt x="387" y="147"/>
                </a:cubicBezTo>
                <a:cubicBezTo>
                  <a:pt x="413" y="134"/>
                  <a:pt x="441" y="121"/>
                  <a:pt x="470" y="109"/>
                </a:cubicBezTo>
                <a:cubicBezTo>
                  <a:pt x="499" y="98"/>
                  <a:pt x="529" y="87"/>
                  <a:pt x="559" y="77"/>
                </a:cubicBezTo>
                <a:cubicBezTo>
                  <a:pt x="590" y="67"/>
                  <a:pt x="621" y="58"/>
                  <a:pt x="653" y="49"/>
                </a:cubicBezTo>
                <a:cubicBezTo>
                  <a:pt x="685" y="41"/>
                  <a:pt x="718" y="34"/>
                  <a:pt x="751" y="28"/>
                </a:cubicBezTo>
                <a:cubicBezTo>
                  <a:pt x="784" y="22"/>
                  <a:pt x="819" y="17"/>
                  <a:pt x="853" y="13"/>
                </a:cubicBezTo>
                <a:cubicBezTo>
                  <a:pt x="887" y="8"/>
                  <a:pt x="921" y="5"/>
                  <a:pt x="955" y="3"/>
                </a:cubicBezTo>
                <a:cubicBezTo>
                  <a:pt x="990" y="1"/>
                  <a:pt x="1024" y="0"/>
                  <a:pt x="1059" y="0"/>
                </a:cubicBezTo>
                <a:cubicBezTo>
                  <a:pt x="1094" y="0"/>
                  <a:pt x="1128" y="1"/>
                  <a:pt x="1163" y="3"/>
                </a:cubicBezTo>
                <a:cubicBezTo>
                  <a:pt x="1197" y="5"/>
                  <a:pt x="1232" y="8"/>
                  <a:pt x="1266" y="13"/>
                </a:cubicBezTo>
                <a:cubicBezTo>
                  <a:pt x="1300" y="17"/>
                  <a:pt x="1333" y="22"/>
                  <a:pt x="1366" y="28"/>
                </a:cubicBezTo>
                <a:cubicBezTo>
                  <a:pt x="1399" y="34"/>
                  <a:pt x="1432" y="41"/>
                  <a:pt x="1464" y="49"/>
                </a:cubicBezTo>
                <a:cubicBezTo>
                  <a:pt x="1496" y="58"/>
                  <a:pt x="1527" y="67"/>
                  <a:pt x="1558" y="77"/>
                </a:cubicBezTo>
                <a:cubicBezTo>
                  <a:pt x="1589" y="87"/>
                  <a:pt x="1618" y="98"/>
                  <a:pt x="1647" y="109"/>
                </a:cubicBezTo>
                <a:cubicBezTo>
                  <a:pt x="1676" y="121"/>
                  <a:pt x="1704" y="134"/>
                  <a:pt x="1730" y="147"/>
                </a:cubicBezTo>
                <a:cubicBezTo>
                  <a:pt x="1757" y="161"/>
                  <a:pt x="1783" y="175"/>
                  <a:pt x="1807" y="190"/>
                </a:cubicBezTo>
                <a:cubicBezTo>
                  <a:pt x="1832" y="205"/>
                  <a:pt x="1855" y="221"/>
                  <a:pt x="1877" y="237"/>
                </a:cubicBezTo>
                <a:cubicBezTo>
                  <a:pt x="1899" y="254"/>
                  <a:pt x="1920" y="271"/>
                  <a:pt x="1939" y="288"/>
                </a:cubicBezTo>
                <a:cubicBezTo>
                  <a:pt x="1958" y="306"/>
                  <a:pt x="1976" y="324"/>
                  <a:pt x="1992" y="343"/>
                </a:cubicBezTo>
                <a:cubicBezTo>
                  <a:pt x="2009" y="362"/>
                  <a:pt x="2024" y="381"/>
                  <a:pt x="2037" y="401"/>
                </a:cubicBezTo>
                <a:cubicBezTo>
                  <a:pt x="2050" y="421"/>
                  <a:pt x="2062" y="441"/>
                  <a:pt x="2072" y="461"/>
                </a:cubicBezTo>
                <a:cubicBezTo>
                  <a:pt x="2082" y="482"/>
                  <a:pt x="2090" y="502"/>
                  <a:pt x="2097" y="523"/>
                </a:cubicBezTo>
                <a:cubicBezTo>
                  <a:pt x="2104" y="544"/>
                  <a:pt x="2109" y="565"/>
                  <a:pt x="2112" y="586"/>
                </a:cubicBezTo>
                <a:cubicBezTo>
                  <a:pt x="2116" y="607"/>
                  <a:pt x="2117" y="628"/>
                  <a:pt x="2117" y="650"/>
                </a:cubicBez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文本框 284"/>
          <p:cNvSpPr txBox="1"/>
          <p:nvPr/>
        </p:nvSpPr>
        <p:spPr>
          <a:xfrm>
            <a:off x="9123120" y="2553120"/>
            <a:ext cx="12582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安全社区</a:t>
            </a:r>
            <a:r>
              <a:rPr lang="zh-CN" sz="9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，专注正向互动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文本框 285"/>
          <p:cNvSpPr txBox="1"/>
          <p:nvPr/>
        </p:nvSpPr>
        <p:spPr>
          <a:xfrm>
            <a:off x="1024200" y="3937320"/>
            <a:ext cx="342360" cy="245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660" b="0" u="none" strike="noStrike">
                <a:solidFill>
                  <a:srgbClr val="FFFFFF"/>
                </a:solidFill>
                <a:effectLst/>
                <a:uFillTx/>
                <a:latin typeface="NotoColorEmoji"/>
                <a:ea typeface="NotoColorEmoji"/>
              </a:rPr>
              <a:t>🧠</a:t>
            </a:r>
            <a:endParaRPr lang="en-US" sz="16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文本框 286"/>
          <p:cNvSpPr txBox="1"/>
          <p:nvPr/>
        </p:nvSpPr>
        <p:spPr>
          <a:xfrm>
            <a:off x="1905120" y="3712320"/>
            <a:ext cx="11145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8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个性化学习算法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文本框 287"/>
          <p:cNvSpPr txBox="1"/>
          <p:nvPr/>
        </p:nvSpPr>
        <p:spPr>
          <a:xfrm>
            <a:off x="1905120" y="4065840"/>
            <a:ext cx="8776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正能量⾔论成为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文本框 288"/>
          <p:cNvSpPr txBox="1"/>
          <p:nvPr/>
        </p:nvSpPr>
        <p:spPr>
          <a:xfrm>
            <a:off x="3371760" y="4068720"/>
            <a:ext cx="209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1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AI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文本框 289"/>
          <p:cNvSpPr txBox="1"/>
          <p:nvPr/>
        </p:nvSpPr>
        <p:spPr>
          <a:xfrm>
            <a:off x="3569760" y="4065840"/>
            <a:ext cx="463644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学习养料，</a:t>
            </a:r>
            <a:r>
              <a:rPr lang="zh-CN" sz="101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持续优化识别精准度</a:t>
            </a:r>
            <a:r>
              <a:rPr lang="zh-CN" sz="101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，负能量语句⾃动拦截并学习特征，⼤幅减少⼈⼒投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任意多边形: 形状 290"/>
          <p:cNvSpPr/>
          <p:nvPr/>
        </p:nvSpPr>
        <p:spPr>
          <a:xfrm>
            <a:off x="571320" y="4943520"/>
            <a:ext cx="3495960" cy="1681200"/>
          </a:xfrm>
          <a:custGeom>
            <a:avLst/>
            <a:gdLst/>
            <a:ahLst/>
            <a:cxnLst/>
            <a:rect l="0" t="0" r="r" b="b"/>
            <a:pathLst>
              <a:path w="9711" h="4670">
                <a:moveTo>
                  <a:pt x="0" y="4475"/>
                </a:moveTo>
                <a:lnTo>
                  <a:pt x="0" y="162"/>
                </a:lnTo>
                <a:cubicBezTo>
                  <a:pt x="0" y="151"/>
                  <a:pt x="2" y="141"/>
                  <a:pt x="6" y="130"/>
                </a:cubicBezTo>
                <a:cubicBezTo>
                  <a:pt x="10" y="120"/>
                  <a:pt x="16" y="110"/>
                  <a:pt x="24" y="100"/>
                </a:cubicBezTo>
                <a:cubicBezTo>
                  <a:pt x="32" y="90"/>
                  <a:pt x="42" y="81"/>
                  <a:pt x="54" y="72"/>
                </a:cubicBezTo>
                <a:cubicBezTo>
                  <a:pt x="65" y="63"/>
                  <a:pt x="78" y="55"/>
                  <a:pt x="93" y="47"/>
                </a:cubicBezTo>
                <a:cubicBezTo>
                  <a:pt x="108" y="40"/>
                  <a:pt x="124" y="33"/>
                  <a:pt x="141" y="27"/>
                </a:cubicBezTo>
                <a:cubicBezTo>
                  <a:pt x="158" y="21"/>
                  <a:pt x="177" y="16"/>
                  <a:pt x="196" y="12"/>
                </a:cubicBezTo>
                <a:cubicBezTo>
                  <a:pt x="215" y="8"/>
                  <a:pt x="235" y="5"/>
                  <a:pt x="256" y="3"/>
                </a:cubicBezTo>
                <a:cubicBezTo>
                  <a:pt x="276" y="1"/>
                  <a:pt x="297" y="0"/>
                  <a:pt x="317" y="0"/>
                </a:cubicBezTo>
                <a:lnTo>
                  <a:pt x="9394" y="0"/>
                </a:lnTo>
                <a:cubicBezTo>
                  <a:pt x="9415" y="0"/>
                  <a:pt x="9435" y="1"/>
                  <a:pt x="9456" y="3"/>
                </a:cubicBezTo>
                <a:cubicBezTo>
                  <a:pt x="9476" y="5"/>
                  <a:pt x="9496" y="8"/>
                  <a:pt x="9515" y="12"/>
                </a:cubicBezTo>
                <a:cubicBezTo>
                  <a:pt x="9534" y="16"/>
                  <a:pt x="9553" y="21"/>
                  <a:pt x="9570" y="27"/>
                </a:cubicBezTo>
                <a:cubicBezTo>
                  <a:pt x="9587" y="33"/>
                  <a:pt x="9603" y="40"/>
                  <a:pt x="9618" y="47"/>
                </a:cubicBezTo>
                <a:cubicBezTo>
                  <a:pt x="9633" y="55"/>
                  <a:pt x="9646" y="63"/>
                  <a:pt x="9658" y="72"/>
                </a:cubicBezTo>
                <a:cubicBezTo>
                  <a:pt x="9669" y="81"/>
                  <a:pt x="9679" y="90"/>
                  <a:pt x="9687" y="100"/>
                </a:cubicBezTo>
                <a:cubicBezTo>
                  <a:pt x="9695" y="110"/>
                  <a:pt x="9701" y="120"/>
                  <a:pt x="9705" y="130"/>
                </a:cubicBezTo>
                <a:cubicBezTo>
                  <a:pt x="9709" y="141"/>
                  <a:pt x="9711" y="151"/>
                  <a:pt x="9711" y="162"/>
                </a:cubicBezTo>
                <a:lnTo>
                  <a:pt x="9711" y="4475"/>
                </a:lnTo>
                <a:cubicBezTo>
                  <a:pt x="9711" y="4488"/>
                  <a:pt x="9709" y="4501"/>
                  <a:pt x="9705" y="4513"/>
                </a:cubicBezTo>
                <a:cubicBezTo>
                  <a:pt x="9701" y="4526"/>
                  <a:pt x="9695" y="4538"/>
                  <a:pt x="9687" y="4550"/>
                </a:cubicBezTo>
                <a:cubicBezTo>
                  <a:pt x="9679" y="4562"/>
                  <a:pt x="9669" y="4573"/>
                  <a:pt x="9658" y="4584"/>
                </a:cubicBezTo>
                <a:cubicBezTo>
                  <a:pt x="9646" y="4594"/>
                  <a:pt x="9633" y="4604"/>
                  <a:pt x="9618" y="4613"/>
                </a:cubicBezTo>
                <a:cubicBezTo>
                  <a:pt x="9603" y="4622"/>
                  <a:pt x="9587" y="4630"/>
                  <a:pt x="9570" y="4637"/>
                </a:cubicBezTo>
                <a:cubicBezTo>
                  <a:pt x="9553" y="4644"/>
                  <a:pt x="9534" y="4650"/>
                  <a:pt x="9515" y="4655"/>
                </a:cubicBezTo>
                <a:cubicBezTo>
                  <a:pt x="9496" y="4660"/>
                  <a:pt x="9476" y="4664"/>
                  <a:pt x="9456" y="4666"/>
                </a:cubicBezTo>
                <a:cubicBezTo>
                  <a:pt x="9435" y="4669"/>
                  <a:pt x="9415" y="4670"/>
                  <a:pt x="9394" y="4670"/>
                </a:cubicBezTo>
                <a:lnTo>
                  <a:pt x="317" y="4670"/>
                </a:lnTo>
                <a:cubicBezTo>
                  <a:pt x="297" y="4670"/>
                  <a:pt x="276" y="4669"/>
                  <a:pt x="256" y="4666"/>
                </a:cubicBezTo>
                <a:cubicBezTo>
                  <a:pt x="235" y="4664"/>
                  <a:pt x="215" y="4660"/>
                  <a:pt x="196" y="4655"/>
                </a:cubicBezTo>
                <a:cubicBezTo>
                  <a:pt x="177" y="4650"/>
                  <a:pt x="158" y="4644"/>
                  <a:pt x="141" y="4637"/>
                </a:cubicBezTo>
                <a:cubicBezTo>
                  <a:pt x="124" y="4630"/>
                  <a:pt x="108" y="4622"/>
                  <a:pt x="93" y="4613"/>
                </a:cubicBezTo>
                <a:cubicBezTo>
                  <a:pt x="78" y="4604"/>
                  <a:pt x="65" y="4594"/>
                  <a:pt x="54" y="4584"/>
                </a:cubicBezTo>
                <a:cubicBezTo>
                  <a:pt x="42" y="4573"/>
                  <a:pt x="32" y="4562"/>
                  <a:pt x="24" y="4550"/>
                </a:cubicBezTo>
                <a:cubicBezTo>
                  <a:pt x="16" y="4538"/>
                  <a:pt x="10" y="4526"/>
                  <a:pt x="6" y="4513"/>
                </a:cubicBezTo>
                <a:cubicBezTo>
                  <a:pt x="2" y="4501"/>
                  <a:pt x="0" y="4488"/>
                  <a:pt x="0" y="4475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任意多边形: 形状 291"/>
          <p:cNvSpPr/>
          <p:nvPr/>
        </p:nvSpPr>
        <p:spPr>
          <a:xfrm>
            <a:off x="571320" y="4931640"/>
            <a:ext cx="3495960" cy="70560"/>
          </a:xfrm>
          <a:custGeom>
            <a:avLst/>
            <a:gdLst/>
            <a:ahLst/>
            <a:cxnLst/>
            <a:rect l="0" t="0" r="r" b="b"/>
            <a:pathLst>
              <a:path w="9711" h="196">
                <a:moveTo>
                  <a:pt x="9687" y="145"/>
                </a:moveTo>
                <a:cubicBezTo>
                  <a:pt x="9671" y="129"/>
                  <a:pt x="9648" y="115"/>
                  <a:pt x="9618" y="103"/>
                </a:cubicBezTo>
                <a:cubicBezTo>
                  <a:pt x="9588" y="91"/>
                  <a:pt x="9554" y="82"/>
                  <a:pt x="9515" y="75"/>
                </a:cubicBezTo>
                <a:cubicBezTo>
                  <a:pt x="9476" y="68"/>
                  <a:pt x="9436" y="65"/>
                  <a:pt x="9394" y="65"/>
                </a:cubicBezTo>
                <a:lnTo>
                  <a:pt x="317" y="65"/>
                </a:lnTo>
                <a:cubicBezTo>
                  <a:pt x="275" y="65"/>
                  <a:pt x="235" y="68"/>
                  <a:pt x="196" y="75"/>
                </a:cubicBezTo>
                <a:cubicBezTo>
                  <a:pt x="157" y="82"/>
                  <a:pt x="123" y="91"/>
                  <a:pt x="93" y="103"/>
                </a:cubicBezTo>
                <a:cubicBezTo>
                  <a:pt x="63" y="115"/>
                  <a:pt x="40" y="129"/>
                  <a:pt x="24" y="145"/>
                </a:cubicBezTo>
                <a:cubicBezTo>
                  <a:pt x="8" y="161"/>
                  <a:pt x="0" y="179"/>
                  <a:pt x="0" y="196"/>
                </a:cubicBezTo>
                <a:cubicBezTo>
                  <a:pt x="0" y="169"/>
                  <a:pt x="8" y="144"/>
                  <a:pt x="24" y="120"/>
                </a:cubicBezTo>
                <a:cubicBezTo>
                  <a:pt x="40" y="97"/>
                  <a:pt x="63" y="76"/>
                  <a:pt x="93" y="57"/>
                </a:cubicBezTo>
                <a:cubicBezTo>
                  <a:pt x="123" y="39"/>
                  <a:pt x="157" y="25"/>
                  <a:pt x="196" y="15"/>
                </a:cubicBezTo>
                <a:cubicBezTo>
                  <a:pt x="235" y="5"/>
                  <a:pt x="275" y="0"/>
                  <a:pt x="317" y="0"/>
                </a:cubicBezTo>
                <a:lnTo>
                  <a:pt x="9394" y="0"/>
                </a:lnTo>
                <a:cubicBezTo>
                  <a:pt x="9436" y="0"/>
                  <a:pt x="9476" y="5"/>
                  <a:pt x="9515" y="15"/>
                </a:cubicBezTo>
                <a:cubicBezTo>
                  <a:pt x="9554" y="25"/>
                  <a:pt x="9588" y="39"/>
                  <a:pt x="9618" y="57"/>
                </a:cubicBezTo>
                <a:cubicBezTo>
                  <a:pt x="9648" y="76"/>
                  <a:pt x="9671" y="97"/>
                  <a:pt x="9687" y="120"/>
                </a:cubicBezTo>
                <a:cubicBezTo>
                  <a:pt x="9703" y="144"/>
                  <a:pt x="9711" y="169"/>
                  <a:pt x="9711" y="196"/>
                </a:cubicBezTo>
                <a:cubicBezTo>
                  <a:pt x="9711" y="179"/>
                  <a:pt x="9703" y="161"/>
                  <a:pt x="9687" y="145"/>
                </a:cubicBez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任意多边形: 形状 292"/>
          <p:cNvSpPr/>
          <p:nvPr/>
        </p:nvSpPr>
        <p:spPr>
          <a:xfrm>
            <a:off x="857160" y="5130360"/>
            <a:ext cx="571680" cy="350280"/>
          </a:xfrm>
          <a:custGeom>
            <a:avLst/>
            <a:gdLst/>
            <a:ahLst/>
            <a:cxnLst/>
            <a:rect l="0" t="0" r="r" b="b"/>
            <a:pathLst>
              <a:path w="1588" h="973">
                <a:moveTo>
                  <a:pt x="1588" y="486"/>
                </a:moveTo>
                <a:cubicBezTo>
                  <a:pt x="1588" y="502"/>
                  <a:pt x="1586" y="518"/>
                  <a:pt x="1583" y="534"/>
                </a:cubicBezTo>
                <a:cubicBezTo>
                  <a:pt x="1581" y="549"/>
                  <a:pt x="1577" y="565"/>
                  <a:pt x="1572" y="581"/>
                </a:cubicBezTo>
                <a:cubicBezTo>
                  <a:pt x="1567" y="596"/>
                  <a:pt x="1561" y="612"/>
                  <a:pt x="1553" y="627"/>
                </a:cubicBezTo>
                <a:cubicBezTo>
                  <a:pt x="1546" y="642"/>
                  <a:pt x="1537" y="657"/>
                  <a:pt x="1527" y="672"/>
                </a:cubicBezTo>
                <a:cubicBezTo>
                  <a:pt x="1517" y="687"/>
                  <a:pt x="1506" y="701"/>
                  <a:pt x="1494" y="715"/>
                </a:cubicBezTo>
                <a:cubicBezTo>
                  <a:pt x="1481" y="729"/>
                  <a:pt x="1468" y="743"/>
                  <a:pt x="1453" y="756"/>
                </a:cubicBezTo>
                <a:cubicBezTo>
                  <a:pt x="1439" y="769"/>
                  <a:pt x="1424" y="782"/>
                  <a:pt x="1407" y="794"/>
                </a:cubicBezTo>
                <a:cubicBezTo>
                  <a:pt x="1391" y="807"/>
                  <a:pt x="1373" y="820"/>
                  <a:pt x="1355" y="831"/>
                </a:cubicBezTo>
                <a:cubicBezTo>
                  <a:pt x="1336" y="842"/>
                  <a:pt x="1317" y="853"/>
                  <a:pt x="1297" y="863"/>
                </a:cubicBezTo>
                <a:cubicBezTo>
                  <a:pt x="1277" y="873"/>
                  <a:pt x="1256" y="882"/>
                  <a:pt x="1234" y="891"/>
                </a:cubicBezTo>
                <a:cubicBezTo>
                  <a:pt x="1213" y="900"/>
                  <a:pt x="1191" y="908"/>
                  <a:pt x="1168" y="916"/>
                </a:cubicBezTo>
                <a:cubicBezTo>
                  <a:pt x="1145" y="923"/>
                  <a:pt x="1121" y="930"/>
                  <a:pt x="1097" y="936"/>
                </a:cubicBezTo>
                <a:cubicBezTo>
                  <a:pt x="1073" y="942"/>
                  <a:pt x="1049" y="948"/>
                  <a:pt x="1024" y="952"/>
                </a:cubicBezTo>
                <a:cubicBezTo>
                  <a:pt x="999" y="957"/>
                  <a:pt x="974" y="961"/>
                  <a:pt x="948" y="964"/>
                </a:cubicBezTo>
                <a:cubicBezTo>
                  <a:pt x="923" y="967"/>
                  <a:pt x="897" y="969"/>
                  <a:pt x="871" y="971"/>
                </a:cubicBezTo>
                <a:cubicBezTo>
                  <a:pt x="845" y="973"/>
                  <a:pt x="819" y="973"/>
                  <a:pt x="793" y="973"/>
                </a:cubicBezTo>
                <a:cubicBezTo>
                  <a:pt x="768" y="973"/>
                  <a:pt x="742" y="973"/>
                  <a:pt x="716" y="971"/>
                </a:cubicBezTo>
                <a:cubicBezTo>
                  <a:pt x="690" y="969"/>
                  <a:pt x="664" y="967"/>
                  <a:pt x="639" y="964"/>
                </a:cubicBezTo>
                <a:cubicBezTo>
                  <a:pt x="613" y="961"/>
                  <a:pt x="588" y="957"/>
                  <a:pt x="563" y="952"/>
                </a:cubicBezTo>
                <a:cubicBezTo>
                  <a:pt x="538" y="948"/>
                  <a:pt x="514" y="942"/>
                  <a:pt x="490" y="936"/>
                </a:cubicBezTo>
                <a:cubicBezTo>
                  <a:pt x="466" y="930"/>
                  <a:pt x="442" y="923"/>
                  <a:pt x="419" y="916"/>
                </a:cubicBezTo>
                <a:cubicBezTo>
                  <a:pt x="396" y="908"/>
                  <a:pt x="374" y="900"/>
                  <a:pt x="353" y="891"/>
                </a:cubicBezTo>
                <a:cubicBezTo>
                  <a:pt x="331" y="882"/>
                  <a:pt x="310" y="873"/>
                  <a:pt x="290" y="863"/>
                </a:cubicBezTo>
                <a:cubicBezTo>
                  <a:pt x="270" y="853"/>
                  <a:pt x="251" y="842"/>
                  <a:pt x="232" y="831"/>
                </a:cubicBezTo>
                <a:cubicBezTo>
                  <a:pt x="214" y="820"/>
                  <a:pt x="196" y="807"/>
                  <a:pt x="180" y="794"/>
                </a:cubicBezTo>
                <a:cubicBezTo>
                  <a:pt x="163" y="782"/>
                  <a:pt x="148" y="769"/>
                  <a:pt x="134" y="756"/>
                </a:cubicBezTo>
                <a:cubicBezTo>
                  <a:pt x="119" y="743"/>
                  <a:pt x="106" y="729"/>
                  <a:pt x="93" y="715"/>
                </a:cubicBezTo>
                <a:cubicBezTo>
                  <a:pt x="81" y="701"/>
                  <a:pt x="70" y="687"/>
                  <a:pt x="60" y="672"/>
                </a:cubicBezTo>
                <a:cubicBezTo>
                  <a:pt x="50" y="657"/>
                  <a:pt x="41" y="642"/>
                  <a:pt x="34" y="627"/>
                </a:cubicBezTo>
                <a:cubicBezTo>
                  <a:pt x="26" y="612"/>
                  <a:pt x="20" y="596"/>
                  <a:pt x="15" y="581"/>
                </a:cubicBezTo>
                <a:cubicBezTo>
                  <a:pt x="10" y="565"/>
                  <a:pt x="6" y="549"/>
                  <a:pt x="4" y="534"/>
                </a:cubicBezTo>
                <a:cubicBezTo>
                  <a:pt x="1" y="518"/>
                  <a:pt x="0" y="502"/>
                  <a:pt x="0" y="486"/>
                </a:cubicBezTo>
                <a:cubicBezTo>
                  <a:pt x="0" y="470"/>
                  <a:pt x="1" y="454"/>
                  <a:pt x="4" y="438"/>
                </a:cubicBezTo>
                <a:cubicBezTo>
                  <a:pt x="6" y="422"/>
                  <a:pt x="10" y="407"/>
                  <a:pt x="15" y="391"/>
                </a:cubicBezTo>
                <a:cubicBezTo>
                  <a:pt x="20" y="375"/>
                  <a:pt x="26" y="360"/>
                  <a:pt x="34" y="345"/>
                </a:cubicBezTo>
                <a:cubicBezTo>
                  <a:pt x="41" y="329"/>
                  <a:pt x="50" y="314"/>
                  <a:pt x="60" y="300"/>
                </a:cubicBezTo>
                <a:cubicBezTo>
                  <a:pt x="70" y="285"/>
                  <a:pt x="81" y="271"/>
                  <a:pt x="93" y="257"/>
                </a:cubicBezTo>
                <a:cubicBezTo>
                  <a:pt x="106" y="243"/>
                  <a:pt x="119" y="229"/>
                  <a:pt x="134" y="216"/>
                </a:cubicBezTo>
                <a:cubicBezTo>
                  <a:pt x="148" y="202"/>
                  <a:pt x="163" y="190"/>
                  <a:pt x="180" y="177"/>
                </a:cubicBezTo>
                <a:cubicBezTo>
                  <a:pt x="196" y="165"/>
                  <a:pt x="214" y="153"/>
                  <a:pt x="232" y="142"/>
                </a:cubicBezTo>
                <a:cubicBezTo>
                  <a:pt x="251" y="131"/>
                  <a:pt x="270" y="120"/>
                  <a:pt x="290" y="110"/>
                </a:cubicBezTo>
                <a:cubicBezTo>
                  <a:pt x="310" y="100"/>
                  <a:pt x="331" y="90"/>
                  <a:pt x="353" y="81"/>
                </a:cubicBezTo>
                <a:cubicBezTo>
                  <a:pt x="374" y="73"/>
                  <a:pt x="396" y="64"/>
                  <a:pt x="419" y="57"/>
                </a:cubicBezTo>
                <a:cubicBezTo>
                  <a:pt x="442" y="49"/>
                  <a:pt x="466" y="43"/>
                  <a:pt x="490" y="37"/>
                </a:cubicBezTo>
                <a:cubicBezTo>
                  <a:pt x="514" y="30"/>
                  <a:pt x="538" y="25"/>
                  <a:pt x="563" y="20"/>
                </a:cubicBezTo>
                <a:cubicBezTo>
                  <a:pt x="588" y="16"/>
                  <a:pt x="613" y="12"/>
                  <a:pt x="639" y="9"/>
                </a:cubicBezTo>
                <a:cubicBezTo>
                  <a:pt x="664" y="6"/>
                  <a:pt x="690" y="3"/>
                  <a:pt x="716" y="2"/>
                </a:cubicBezTo>
                <a:cubicBezTo>
                  <a:pt x="742" y="0"/>
                  <a:pt x="768" y="0"/>
                  <a:pt x="793" y="0"/>
                </a:cubicBezTo>
                <a:cubicBezTo>
                  <a:pt x="819" y="0"/>
                  <a:pt x="845" y="0"/>
                  <a:pt x="871" y="2"/>
                </a:cubicBezTo>
                <a:cubicBezTo>
                  <a:pt x="897" y="3"/>
                  <a:pt x="923" y="6"/>
                  <a:pt x="948" y="9"/>
                </a:cubicBezTo>
                <a:cubicBezTo>
                  <a:pt x="974" y="12"/>
                  <a:pt x="999" y="16"/>
                  <a:pt x="1024" y="20"/>
                </a:cubicBezTo>
                <a:cubicBezTo>
                  <a:pt x="1049" y="25"/>
                  <a:pt x="1073" y="30"/>
                  <a:pt x="1097" y="37"/>
                </a:cubicBezTo>
                <a:cubicBezTo>
                  <a:pt x="1121" y="43"/>
                  <a:pt x="1145" y="49"/>
                  <a:pt x="1168" y="57"/>
                </a:cubicBezTo>
                <a:cubicBezTo>
                  <a:pt x="1191" y="64"/>
                  <a:pt x="1213" y="73"/>
                  <a:pt x="1234" y="81"/>
                </a:cubicBezTo>
                <a:cubicBezTo>
                  <a:pt x="1256" y="90"/>
                  <a:pt x="1277" y="100"/>
                  <a:pt x="1297" y="110"/>
                </a:cubicBezTo>
                <a:cubicBezTo>
                  <a:pt x="1317" y="120"/>
                  <a:pt x="1336" y="131"/>
                  <a:pt x="1355" y="142"/>
                </a:cubicBezTo>
                <a:cubicBezTo>
                  <a:pt x="1373" y="153"/>
                  <a:pt x="1391" y="165"/>
                  <a:pt x="1407" y="177"/>
                </a:cubicBezTo>
                <a:cubicBezTo>
                  <a:pt x="1424" y="190"/>
                  <a:pt x="1439" y="202"/>
                  <a:pt x="1453" y="216"/>
                </a:cubicBezTo>
                <a:cubicBezTo>
                  <a:pt x="1468" y="229"/>
                  <a:pt x="1481" y="243"/>
                  <a:pt x="1494" y="257"/>
                </a:cubicBezTo>
                <a:cubicBezTo>
                  <a:pt x="1506" y="271"/>
                  <a:pt x="1517" y="285"/>
                  <a:pt x="1527" y="300"/>
                </a:cubicBezTo>
                <a:cubicBezTo>
                  <a:pt x="1537" y="314"/>
                  <a:pt x="1546" y="329"/>
                  <a:pt x="1553" y="345"/>
                </a:cubicBezTo>
                <a:cubicBezTo>
                  <a:pt x="1561" y="360"/>
                  <a:pt x="1567" y="375"/>
                  <a:pt x="1572" y="391"/>
                </a:cubicBezTo>
                <a:cubicBezTo>
                  <a:pt x="1577" y="407"/>
                  <a:pt x="1581" y="422"/>
                  <a:pt x="1583" y="438"/>
                </a:cubicBezTo>
                <a:cubicBezTo>
                  <a:pt x="1586" y="454"/>
                  <a:pt x="1588" y="470"/>
                  <a:pt x="1588" y="486"/>
                </a:cubicBezTo>
                <a:close/>
              </a:path>
            </a:pathLst>
          </a:custGeom>
          <a:solidFill>
            <a:srgbClr val="E6EE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文本框 293"/>
          <p:cNvSpPr txBox="1"/>
          <p:nvPr/>
        </p:nvSpPr>
        <p:spPr>
          <a:xfrm>
            <a:off x="1905120" y="4275720"/>
            <a:ext cx="20916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⼊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文本框 294"/>
          <p:cNvSpPr txBox="1"/>
          <p:nvPr/>
        </p:nvSpPr>
        <p:spPr>
          <a:xfrm>
            <a:off x="976680" y="5206320"/>
            <a:ext cx="26640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📊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文本框 295"/>
          <p:cNvSpPr txBox="1"/>
          <p:nvPr/>
        </p:nvSpPr>
        <p:spPr>
          <a:xfrm>
            <a:off x="857160" y="5660640"/>
            <a:ext cx="10443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20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分级个性化咨询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文本框 296"/>
          <p:cNvSpPr txBox="1"/>
          <p:nvPr/>
        </p:nvSpPr>
        <p:spPr>
          <a:xfrm>
            <a:off x="857160" y="5985000"/>
            <a:ext cx="8010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基于</a:t>
            </a:r>
            <a:r>
              <a:rPr lang="zh-CN" sz="92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不开⼼指数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文本框 297"/>
          <p:cNvSpPr txBox="1"/>
          <p:nvPr/>
        </p:nvSpPr>
        <p:spPr>
          <a:xfrm>
            <a:off x="2190600" y="5987880"/>
            <a:ext cx="509040" cy="13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2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(1-10)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文本框 298"/>
          <p:cNvSpPr txBox="1"/>
          <p:nvPr/>
        </p:nvSpPr>
        <p:spPr>
          <a:xfrm>
            <a:off x="2698920" y="5985000"/>
            <a:ext cx="5724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智能匹配，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00" name="图片 299"/>
          <p:cNvPicPr/>
          <p:nvPr/>
        </p:nvPicPr>
        <p:blipFill>
          <a:blip r:embed="rId2"/>
          <a:stretch/>
        </p:blipFill>
        <p:spPr>
          <a:xfrm>
            <a:off x="0" y="0"/>
            <a:ext cx="12191760" cy="107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1" name="文本框 300"/>
          <p:cNvSpPr txBox="1"/>
          <p:nvPr/>
        </p:nvSpPr>
        <p:spPr>
          <a:xfrm>
            <a:off x="857160" y="6171840"/>
            <a:ext cx="1029600" cy="1360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92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帮助者定向资格认证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文本框 301"/>
          <p:cNvSpPr txBox="1"/>
          <p:nvPr/>
        </p:nvSpPr>
        <p:spPr>
          <a:xfrm>
            <a:off x="5072040" y="233640"/>
            <a:ext cx="1198800" cy="285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929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五⼤创新点</a:t>
            </a:r>
            <a:endParaRPr lang="en-US" sz="19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文本框 303"/>
          <p:cNvSpPr txBox="1"/>
          <p:nvPr/>
        </p:nvSpPr>
        <p:spPr>
          <a:xfrm>
            <a:off x="4838400" y="622080"/>
            <a:ext cx="1504080" cy="149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01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重新定义⼼理健康⽀持⽅式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文本框 304"/>
          <p:cNvSpPr txBox="1"/>
          <p:nvPr/>
        </p:nvSpPr>
        <p:spPr>
          <a:xfrm>
            <a:off x="5391000" y="6509520"/>
            <a:ext cx="41040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718096"/>
                </a:solidFill>
                <a:effectLst/>
                <a:uFillTx/>
                <a:latin typeface="NotoSansCJKsc"/>
                <a:ea typeface="NotoSansCJKsc"/>
              </a:rPr>
              <a:t>暖⾔纸条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文本框 305"/>
          <p:cNvSpPr txBox="1"/>
          <p:nvPr/>
        </p:nvSpPr>
        <p:spPr>
          <a:xfrm>
            <a:off x="6076800" y="6512040"/>
            <a:ext cx="1710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820" b="0" u="none" strike="noStrike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 - 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文本框 306"/>
          <p:cNvSpPr txBox="1"/>
          <p:nvPr/>
        </p:nvSpPr>
        <p:spPr>
          <a:xfrm>
            <a:off x="6229440" y="6509520"/>
            <a:ext cx="1024920" cy="12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820" b="0" u="none" strike="noStrike">
                <a:solidFill>
                  <a:srgbClr val="718096"/>
                </a:solidFill>
                <a:effectLst/>
                <a:uFillTx/>
                <a:latin typeface="NotoSansCJKsc"/>
                <a:ea typeface="NotoSansCJKsc"/>
              </a:rPr>
              <a:t>创新科技赋能⼼理健康</a:t>
            </a:r>
            <a:endParaRPr lang="en-US" sz="8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任意多边形: 形状 307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7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任意多边形: 形状 308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18847"/>
                </a:moveTo>
                <a:lnTo>
                  <a:pt x="0" y="203"/>
                </a:lnTo>
                <a:cubicBezTo>
                  <a:pt x="0" y="190"/>
                  <a:pt x="1" y="176"/>
                  <a:pt x="4" y="163"/>
                </a:cubicBezTo>
                <a:cubicBezTo>
                  <a:pt x="6" y="150"/>
                  <a:pt x="10" y="137"/>
                  <a:pt x="16" y="125"/>
                </a:cubicBezTo>
                <a:cubicBezTo>
                  <a:pt x="21" y="113"/>
                  <a:pt x="27" y="101"/>
                  <a:pt x="35" y="90"/>
                </a:cubicBezTo>
                <a:cubicBezTo>
                  <a:pt x="43" y="79"/>
                  <a:pt x="52" y="69"/>
                  <a:pt x="61" y="59"/>
                </a:cubicBezTo>
                <a:cubicBezTo>
                  <a:pt x="71" y="50"/>
                  <a:pt x="82" y="41"/>
                  <a:pt x="94" y="34"/>
                </a:cubicBezTo>
                <a:cubicBezTo>
                  <a:pt x="105" y="26"/>
                  <a:pt x="117" y="20"/>
                  <a:pt x="130" y="15"/>
                </a:cubicBezTo>
                <a:cubicBezTo>
                  <a:pt x="143" y="10"/>
                  <a:pt x="156" y="6"/>
                  <a:pt x="170" y="3"/>
                </a:cubicBezTo>
                <a:cubicBezTo>
                  <a:pt x="184" y="1"/>
                  <a:pt x="197" y="0"/>
                  <a:pt x="211" y="0"/>
                </a:cubicBezTo>
                <a:lnTo>
                  <a:pt x="33655" y="0"/>
                </a:lnTo>
                <a:cubicBezTo>
                  <a:pt x="33669" y="0"/>
                  <a:pt x="33683" y="1"/>
                  <a:pt x="33697" y="3"/>
                </a:cubicBezTo>
                <a:cubicBezTo>
                  <a:pt x="33710" y="6"/>
                  <a:pt x="33724" y="10"/>
                  <a:pt x="33736" y="15"/>
                </a:cubicBezTo>
                <a:cubicBezTo>
                  <a:pt x="33749" y="20"/>
                  <a:pt x="33762" y="26"/>
                  <a:pt x="33773" y="34"/>
                </a:cubicBezTo>
                <a:cubicBezTo>
                  <a:pt x="33785" y="41"/>
                  <a:pt x="33795" y="50"/>
                  <a:pt x="33805" y="59"/>
                </a:cubicBezTo>
                <a:cubicBezTo>
                  <a:pt x="33815" y="69"/>
                  <a:pt x="33824" y="79"/>
                  <a:pt x="33831" y="90"/>
                </a:cubicBezTo>
                <a:cubicBezTo>
                  <a:pt x="33839" y="101"/>
                  <a:pt x="33846" y="113"/>
                  <a:pt x="33851" y="125"/>
                </a:cubicBezTo>
                <a:cubicBezTo>
                  <a:pt x="33856" y="137"/>
                  <a:pt x="33860" y="150"/>
                  <a:pt x="33863" y="163"/>
                </a:cubicBezTo>
                <a:cubicBezTo>
                  <a:pt x="33866" y="176"/>
                  <a:pt x="33867" y="190"/>
                  <a:pt x="33867" y="203"/>
                </a:cubicBezTo>
                <a:lnTo>
                  <a:pt x="33867" y="18847"/>
                </a:lnTo>
                <a:cubicBezTo>
                  <a:pt x="33867" y="18860"/>
                  <a:pt x="33866" y="18874"/>
                  <a:pt x="33863" y="18887"/>
                </a:cubicBezTo>
                <a:cubicBezTo>
                  <a:pt x="33860" y="18900"/>
                  <a:pt x="33856" y="18913"/>
                  <a:pt x="33851" y="18925"/>
                </a:cubicBezTo>
                <a:cubicBezTo>
                  <a:pt x="33846" y="18937"/>
                  <a:pt x="33839" y="18949"/>
                  <a:pt x="33831" y="18960"/>
                </a:cubicBezTo>
                <a:cubicBezTo>
                  <a:pt x="33824" y="18971"/>
                  <a:pt x="33815" y="18981"/>
                  <a:pt x="33805" y="18991"/>
                </a:cubicBezTo>
                <a:cubicBezTo>
                  <a:pt x="33795" y="19000"/>
                  <a:pt x="33785" y="19009"/>
                  <a:pt x="33773" y="19016"/>
                </a:cubicBezTo>
                <a:cubicBezTo>
                  <a:pt x="33762" y="19024"/>
                  <a:pt x="33749" y="19030"/>
                  <a:pt x="33736" y="19035"/>
                </a:cubicBezTo>
                <a:cubicBezTo>
                  <a:pt x="33724" y="19040"/>
                  <a:pt x="33710" y="19044"/>
                  <a:pt x="33697" y="19047"/>
                </a:cubicBezTo>
                <a:cubicBezTo>
                  <a:pt x="33683" y="19049"/>
                  <a:pt x="33670" y="19050"/>
                  <a:pt x="33656" y="19050"/>
                </a:cubicBezTo>
                <a:lnTo>
                  <a:pt x="211" y="19050"/>
                </a:lnTo>
                <a:cubicBezTo>
                  <a:pt x="197" y="19050"/>
                  <a:pt x="183" y="19049"/>
                  <a:pt x="170" y="19047"/>
                </a:cubicBezTo>
                <a:cubicBezTo>
                  <a:pt x="156" y="19044"/>
                  <a:pt x="143" y="19040"/>
                  <a:pt x="130" y="19035"/>
                </a:cubicBezTo>
                <a:cubicBezTo>
                  <a:pt x="117" y="19030"/>
                  <a:pt x="105" y="19024"/>
                  <a:pt x="94" y="19016"/>
                </a:cubicBezTo>
                <a:cubicBezTo>
                  <a:pt x="82" y="19009"/>
                  <a:pt x="71" y="19000"/>
                  <a:pt x="61" y="18991"/>
                </a:cubicBezTo>
                <a:cubicBezTo>
                  <a:pt x="52" y="18981"/>
                  <a:pt x="43" y="18971"/>
                  <a:pt x="35" y="18960"/>
                </a:cubicBezTo>
                <a:cubicBezTo>
                  <a:pt x="27" y="18949"/>
                  <a:pt x="21" y="18937"/>
                  <a:pt x="16" y="18925"/>
                </a:cubicBezTo>
                <a:cubicBezTo>
                  <a:pt x="10" y="18913"/>
                  <a:pt x="6" y="18900"/>
                  <a:pt x="4" y="18887"/>
                </a:cubicBezTo>
                <a:cubicBezTo>
                  <a:pt x="1" y="18874"/>
                  <a:pt x="0" y="18860"/>
                  <a:pt x="0" y="1884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0" name="图片 309"/>
          <p:cNvPicPr/>
          <p:nvPr/>
        </p:nvPicPr>
        <p:blipFill>
          <a:blip r:embed="rId2"/>
          <a:stretch/>
        </p:blipFill>
        <p:spPr>
          <a:xfrm>
            <a:off x="0" y="0"/>
            <a:ext cx="12191760" cy="110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1" name="任意多边形: 形状 310"/>
          <p:cNvSpPr/>
          <p:nvPr/>
        </p:nvSpPr>
        <p:spPr>
          <a:xfrm>
            <a:off x="571320" y="1473840"/>
            <a:ext cx="3495960" cy="5018040"/>
          </a:xfrm>
          <a:custGeom>
            <a:avLst/>
            <a:gdLst/>
            <a:ahLst/>
            <a:cxnLst/>
            <a:rect l="0" t="0" r="r" b="b"/>
            <a:pathLst>
              <a:path w="9711" h="13939">
                <a:moveTo>
                  <a:pt x="0" y="13634"/>
                </a:moveTo>
                <a:lnTo>
                  <a:pt x="0" y="306"/>
                </a:lnTo>
                <a:cubicBezTo>
                  <a:pt x="0" y="286"/>
                  <a:pt x="2" y="266"/>
                  <a:pt x="6" y="246"/>
                </a:cubicBezTo>
                <a:cubicBezTo>
                  <a:pt x="10" y="226"/>
                  <a:pt x="16" y="207"/>
                  <a:pt x="24" y="189"/>
                </a:cubicBezTo>
                <a:cubicBezTo>
                  <a:pt x="32" y="170"/>
                  <a:pt x="42" y="153"/>
                  <a:pt x="54" y="136"/>
                </a:cubicBezTo>
                <a:cubicBezTo>
                  <a:pt x="65" y="119"/>
                  <a:pt x="78" y="104"/>
                  <a:pt x="93" y="90"/>
                </a:cubicBezTo>
                <a:cubicBezTo>
                  <a:pt x="108" y="76"/>
                  <a:pt x="124" y="63"/>
                  <a:pt x="141" y="52"/>
                </a:cubicBezTo>
                <a:cubicBezTo>
                  <a:pt x="158" y="41"/>
                  <a:pt x="177" y="31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7" y="0"/>
                </a:cubicBezTo>
                <a:lnTo>
                  <a:pt x="9394" y="0"/>
                </a:lnTo>
                <a:cubicBezTo>
                  <a:pt x="9415" y="0"/>
                  <a:pt x="9435" y="2"/>
                  <a:pt x="9456" y="6"/>
                </a:cubicBezTo>
                <a:cubicBezTo>
                  <a:pt x="9476" y="10"/>
                  <a:pt x="9496" y="16"/>
                  <a:pt x="9515" y="24"/>
                </a:cubicBezTo>
                <a:cubicBezTo>
                  <a:pt x="9534" y="31"/>
                  <a:pt x="9553" y="41"/>
                  <a:pt x="9570" y="52"/>
                </a:cubicBezTo>
                <a:cubicBezTo>
                  <a:pt x="9587" y="63"/>
                  <a:pt x="9603" y="76"/>
                  <a:pt x="9618" y="90"/>
                </a:cubicBezTo>
                <a:cubicBezTo>
                  <a:pt x="9633" y="104"/>
                  <a:pt x="9646" y="119"/>
                  <a:pt x="9658" y="136"/>
                </a:cubicBezTo>
                <a:cubicBezTo>
                  <a:pt x="9669" y="153"/>
                  <a:pt x="9679" y="170"/>
                  <a:pt x="9687" y="189"/>
                </a:cubicBezTo>
                <a:cubicBezTo>
                  <a:pt x="9695" y="207"/>
                  <a:pt x="9701" y="226"/>
                  <a:pt x="9705" y="246"/>
                </a:cubicBezTo>
                <a:cubicBezTo>
                  <a:pt x="9709" y="266"/>
                  <a:pt x="9711" y="286"/>
                  <a:pt x="9711" y="306"/>
                </a:cubicBezTo>
                <a:lnTo>
                  <a:pt x="9711" y="13634"/>
                </a:lnTo>
                <a:cubicBezTo>
                  <a:pt x="9711" y="13654"/>
                  <a:pt x="9709" y="13674"/>
                  <a:pt x="9705" y="13693"/>
                </a:cubicBezTo>
                <a:cubicBezTo>
                  <a:pt x="9701" y="13713"/>
                  <a:pt x="9695" y="13732"/>
                  <a:pt x="9687" y="13751"/>
                </a:cubicBezTo>
                <a:cubicBezTo>
                  <a:pt x="9679" y="13769"/>
                  <a:pt x="9669" y="13787"/>
                  <a:pt x="9658" y="13803"/>
                </a:cubicBezTo>
                <a:cubicBezTo>
                  <a:pt x="9646" y="13820"/>
                  <a:pt x="9633" y="13836"/>
                  <a:pt x="9618" y="13850"/>
                </a:cubicBezTo>
                <a:cubicBezTo>
                  <a:pt x="9603" y="13864"/>
                  <a:pt x="9587" y="13877"/>
                  <a:pt x="9570" y="13888"/>
                </a:cubicBezTo>
                <a:cubicBezTo>
                  <a:pt x="9553" y="13899"/>
                  <a:pt x="9534" y="13908"/>
                  <a:pt x="9515" y="13916"/>
                </a:cubicBezTo>
                <a:cubicBezTo>
                  <a:pt x="9496" y="13924"/>
                  <a:pt x="9476" y="13929"/>
                  <a:pt x="9456" y="13933"/>
                </a:cubicBezTo>
                <a:cubicBezTo>
                  <a:pt x="9435" y="13937"/>
                  <a:pt x="9415" y="13939"/>
                  <a:pt x="9394" y="13939"/>
                </a:cubicBezTo>
                <a:lnTo>
                  <a:pt x="317" y="13939"/>
                </a:lnTo>
                <a:cubicBezTo>
                  <a:pt x="297" y="13939"/>
                  <a:pt x="276" y="13937"/>
                  <a:pt x="256" y="13933"/>
                </a:cubicBezTo>
                <a:cubicBezTo>
                  <a:pt x="235" y="13929"/>
                  <a:pt x="215" y="13924"/>
                  <a:pt x="196" y="13916"/>
                </a:cubicBezTo>
                <a:cubicBezTo>
                  <a:pt x="177" y="13908"/>
                  <a:pt x="158" y="13899"/>
                  <a:pt x="141" y="13888"/>
                </a:cubicBezTo>
                <a:cubicBezTo>
                  <a:pt x="124" y="13877"/>
                  <a:pt x="108" y="13864"/>
                  <a:pt x="93" y="13850"/>
                </a:cubicBezTo>
                <a:cubicBezTo>
                  <a:pt x="78" y="13836"/>
                  <a:pt x="65" y="13820"/>
                  <a:pt x="54" y="13803"/>
                </a:cubicBezTo>
                <a:cubicBezTo>
                  <a:pt x="42" y="13787"/>
                  <a:pt x="32" y="13769"/>
                  <a:pt x="24" y="13751"/>
                </a:cubicBezTo>
                <a:cubicBezTo>
                  <a:pt x="16" y="13732"/>
                  <a:pt x="10" y="13713"/>
                  <a:pt x="6" y="13693"/>
                </a:cubicBezTo>
                <a:cubicBezTo>
                  <a:pt x="2" y="13674"/>
                  <a:pt x="0" y="13654"/>
                  <a:pt x="0" y="13634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任意多边形: 形状 311"/>
          <p:cNvSpPr/>
          <p:nvPr/>
        </p:nvSpPr>
        <p:spPr>
          <a:xfrm>
            <a:off x="857160" y="2673360"/>
            <a:ext cx="2924280" cy="18720"/>
          </a:xfrm>
          <a:custGeom>
            <a:avLst/>
            <a:gdLst/>
            <a:ahLst/>
            <a:cxnLst/>
            <a:rect l="0" t="0" r="r" b="b"/>
            <a:pathLst>
              <a:path w="8123" h="52">
                <a:moveTo>
                  <a:pt x="0" y="0"/>
                </a:moveTo>
                <a:lnTo>
                  <a:pt x="8123" y="0"/>
                </a:lnTo>
                <a:lnTo>
                  <a:pt x="8123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任意多边形: 形状 312"/>
          <p:cNvSpPr/>
          <p:nvPr/>
        </p:nvSpPr>
        <p:spPr>
          <a:xfrm>
            <a:off x="857160" y="1913400"/>
            <a:ext cx="476640" cy="458280"/>
          </a:xfrm>
          <a:custGeom>
            <a:avLst/>
            <a:gdLst/>
            <a:ahLst/>
            <a:cxnLst/>
            <a:rect l="0" t="0" r="r" b="b"/>
            <a:pathLst>
              <a:path w="1324" h="1273">
                <a:moveTo>
                  <a:pt x="1324" y="637"/>
                </a:moveTo>
                <a:cubicBezTo>
                  <a:pt x="1324" y="658"/>
                  <a:pt x="1323" y="679"/>
                  <a:pt x="1320" y="699"/>
                </a:cubicBezTo>
                <a:cubicBezTo>
                  <a:pt x="1318" y="720"/>
                  <a:pt x="1315" y="741"/>
                  <a:pt x="1311" y="761"/>
                </a:cubicBezTo>
                <a:cubicBezTo>
                  <a:pt x="1307" y="782"/>
                  <a:pt x="1301" y="802"/>
                  <a:pt x="1295" y="822"/>
                </a:cubicBezTo>
                <a:cubicBezTo>
                  <a:pt x="1289" y="842"/>
                  <a:pt x="1282" y="861"/>
                  <a:pt x="1273" y="880"/>
                </a:cubicBezTo>
                <a:cubicBezTo>
                  <a:pt x="1265" y="900"/>
                  <a:pt x="1256" y="918"/>
                  <a:pt x="1246" y="937"/>
                </a:cubicBezTo>
                <a:cubicBezTo>
                  <a:pt x="1235" y="955"/>
                  <a:pt x="1224" y="973"/>
                  <a:pt x="1212" y="990"/>
                </a:cubicBezTo>
                <a:cubicBezTo>
                  <a:pt x="1200" y="1008"/>
                  <a:pt x="1187" y="1024"/>
                  <a:pt x="1174" y="1040"/>
                </a:cubicBezTo>
                <a:cubicBezTo>
                  <a:pt x="1160" y="1057"/>
                  <a:pt x="1145" y="1072"/>
                  <a:pt x="1130" y="1087"/>
                </a:cubicBezTo>
                <a:cubicBezTo>
                  <a:pt x="1115" y="1101"/>
                  <a:pt x="1099" y="1115"/>
                  <a:pt x="1082" y="1129"/>
                </a:cubicBezTo>
                <a:cubicBezTo>
                  <a:pt x="1065" y="1142"/>
                  <a:pt x="1048" y="1154"/>
                  <a:pt x="1030" y="1166"/>
                </a:cubicBezTo>
                <a:cubicBezTo>
                  <a:pt x="1012" y="1177"/>
                  <a:pt x="993" y="1188"/>
                  <a:pt x="974" y="1198"/>
                </a:cubicBezTo>
                <a:cubicBezTo>
                  <a:pt x="955" y="1208"/>
                  <a:pt x="935" y="1217"/>
                  <a:pt x="914" y="1224"/>
                </a:cubicBezTo>
                <a:cubicBezTo>
                  <a:pt x="894" y="1232"/>
                  <a:pt x="874" y="1239"/>
                  <a:pt x="853" y="1246"/>
                </a:cubicBezTo>
                <a:cubicBezTo>
                  <a:pt x="832" y="1252"/>
                  <a:pt x="811" y="1257"/>
                  <a:pt x="790" y="1261"/>
                </a:cubicBezTo>
                <a:cubicBezTo>
                  <a:pt x="769" y="1265"/>
                  <a:pt x="748" y="1268"/>
                  <a:pt x="726" y="1270"/>
                </a:cubicBezTo>
                <a:cubicBezTo>
                  <a:pt x="704" y="1272"/>
                  <a:pt x="683" y="1273"/>
                  <a:pt x="661" y="1273"/>
                </a:cubicBezTo>
                <a:cubicBezTo>
                  <a:pt x="640" y="1273"/>
                  <a:pt x="618" y="1272"/>
                  <a:pt x="596" y="1270"/>
                </a:cubicBezTo>
                <a:cubicBezTo>
                  <a:pt x="575" y="1268"/>
                  <a:pt x="553" y="1265"/>
                  <a:pt x="532" y="1261"/>
                </a:cubicBezTo>
                <a:cubicBezTo>
                  <a:pt x="511" y="1257"/>
                  <a:pt x="490" y="1252"/>
                  <a:pt x="469" y="1246"/>
                </a:cubicBezTo>
                <a:cubicBezTo>
                  <a:pt x="448" y="1239"/>
                  <a:pt x="428" y="1232"/>
                  <a:pt x="408" y="1224"/>
                </a:cubicBezTo>
                <a:cubicBezTo>
                  <a:pt x="388" y="1217"/>
                  <a:pt x="369" y="1208"/>
                  <a:pt x="349" y="1198"/>
                </a:cubicBezTo>
                <a:cubicBezTo>
                  <a:pt x="330" y="1188"/>
                  <a:pt x="312" y="1177"/>
                  <a:pt x="294" y="1166"/>
                </a:cubicBezTo>
                <a:cubicBezTo>
                  <a:pt x="276" y="1154"/>
                  <a:pt x="258" y="1142"/>
                  <a:pt x="242" y="1129"/>
                </a:cubicBezTo>
                <a:cubicBezTo>
                  <a:pt x="225" y="1115"/>
                  <a:pt x="209" y="1101"/>
                  <a:pt x="193" y="1087"/>
                </a:cubicBezTo>
                <a:cubicBezTo>
                  <a:pt x="178" y="1072"/>
                  <a:pt x="164" y="1057"/>
                  <a:pt x="150" y="1040"/>
                </a:cubicBezTo>
                <a:cubicBezTo>
                  <a:pt x="136" y="1024"/>
                  <a:pt x="123" y="1008"/>
                  <a:pt x="111" y="990"/>
                </a:cubicBezTo>
                <a:cubicBezTo>
                  <a:pt x="99" y="973"/>
                  <a:pt x="88" y="955"/>
                  <a:pt x="78" y="937"/>
                </a:cubicBezTo>
                <a:cubicBezTo>
                  <a:pt x="68" y="918"/>
                  <a:pt x="58" y="900"/>
                  <a:pt x="50" y="880"/>
                </a:cubicBezTo>
                <a:cubicBezTo>
                  <a:pt x="42" y="861"/>
                  <a:pt x="35" y="842"/>
                  <a:pt x="28" y="822"/>
                </a:cubicBezTo>
                <a:cubicBezTo>
                  <a:pt x="22" y="802"/>
                  <a:pt x="17" y="782"/>
                  <a:pt x="12" y="761"/>
                </a:cubicBezTo>
                <a:cubicBezTo>
                  <a:pt x="8" y="741"/>
                  <a:pt x="5" y="720"/>
                  <a:pt x="3" y="699"/>
                </a:cubicBezTo>
                <a:cubicBezTo>
                  <a:pt x="1" y="679"/>
                  <a:pt x="0" y="658"/>
                  <a:pt x="0" y="637"/>
                </a:cubicBezTo>
                <a:cubicBezTo>
                  <a:pt x="0" y="616"/>
                  <a:pt x="1" y="595"/>
                  <a:pt x="3" y="575"/>
                </a:cubicBezTo>
                <a:cubicBezTo>
                  <a:pt x="5" y="554"/>
                  <a:pt x="8" y="533"/>
                  <a:pt x="12" y="513"/>
                </a:cubicBezTo>
                <a:cubicBezTo>
                  <a:pt x="17" y="493"/>
                  <a:pt x="22" y="472"/>
                  <a:pt x="28" y="452"/>
                </a:cubicBezTo>
                <a:cubicBezTo>
                  <a:pt x="35" y="433"/>
                  <a:pt x="42" y="413"/>
                  <a:pt x="50" y="393"/>
                </a:cubicBezTo>
                <a:cubicBezTo>
                  <a:pt x="58" y="373"/>
                  <a:pt x="68" y="355"/>
                  <a:pt x="78" y="336"/>
                </a:cubicBezTo>
                <a:cubicBezTo>
                  <a:pt x="88" y="318"/>
                  <a:pt x="99" y="300"/>
                  <a:pt x="111" y="283"/>
                </a:cubicBezTo>
                <a:cubicBezTo>
                  <a:pt x="123" y="265"/>
                  <a:pt x="136" y="249"/>
                  <a:pt x="150" y="233"/>
                </a:cubicBezTo>
                <a:cubicBezTo>
                  <a:pt x="164" y="217"/>
                  <a:pt x="178" y="201"/>
                  <a:pt x="193" y="186"/>
                </a:cubicBezTo>
                <a:cubicBezTo>
                  <a:pt x="209" y="172"/>
                  <a:pt x="225" y="158"/>
                  <a:pt x="242" y="145"/>
                </a:cubicBezTo>
                <a:cubicBezTo>
                  <a:pt x="258" y="131"/>
                  <a:pt x="276" y="119"/>
                  <a:pt x="294" y="107"/>
                </a:cubicBezTo>
                <a:cubicBezTo>
                  <a:pt x="312" y="96"/>
                  <a:pt x="330" y="85"/>
                  <a:pt x="349" y="75"/>
                </a:cubicBezTo>
                <a:cubicBezTo>
                  <a:pt x="369" y="65"/>
                  <a:pt x="388" y="57"/>
                  <a:pt x="408" y="49"/>
                </a:cubicBezTo>
                <a:cubicBezTo>
                  <a:pt x="428" y="41"/>
                  <a:pt x="448" y="34"/>
                  <a:pt x="469" y="28"/>
                </a:cubicBezTo>
                <a:cubicBezTo>
                  <a:pt x="490" y="22"/>
                  <a:pt x="511" y="16"/>
                  <a:pt x="532" y="12"/>
                </a:cubicBezTo>
                <a:cubicBezTo>
                  <a:pt x="553" y="8"/>
                  <a:pt x="575" y="5"/>
                  <a:pt x="596" y="3"/>
                </a:cubicBezTo>
                <a:cubicBezTo>
                  <a:pt x="618" y="1"/>
                  <a:pt x="640" y="0"/>
                  <a:pt x="661" y="0"/>
                </a:cubicBezTo>
                <a:cubicBezTo>
                  <a:pt x="683" y="0"/>
                  <a:pt x="704" y="1"/>
                  <a:pt x="726" y="3"/>
                </a:cubicBezTo>
                <a:cubicBezTo>
                  <a:pt x="748" y="5"/>
                  <a:pt x="769" y="8"/>
                  <a:pt x="790" y="12"/>
                </a:cubicBezTo>
                <a:cubicBezTo>
                  <a:pt x="811" y="16"/>
                  <a:pt x="832" y="22"/>
                  <a:pt x="853" y="28"/>
                </a:cubicBezTo>
                <a:cubicBezTo>
                  <a:pt x="874" y="34"/>
                  <a:pt x="894" y="41"/>
                  <a:pt x="914" y="49"/>
                </a:cubicBezTo>
                <a:cubicBezTo>
                  <a:pt x="935" y="57"/>
                  <a:pt x="955" y="65"/>
                  <a:pt x="974" y="75"/>
                </a:cubicBezTo>
                <a:cubicBezTo>
                  <a:pt x="993" y="85"/>
                  <a:pt x="1012" y="96"/>
                  <a:pt x="1030" y="107"/>
                </a:cubicBezTo>
                <a:cubicBezTo>
                  <a:pt x="1048" y="119"/>
                  <a:pt x="1065" y="131"/>
                  <a:pt x="1082" y="145"/>
                </a:cubicBezTo>
                <a:cubicBezTo>
                  <a:pt x="1099" y="158"/>
                  <a:pt x="1115" y="172"/>
                  <a:pt x="1130" y="186"/>
                </a:cubicBezTo>
                <a:cubicBezTo>
                  <a:pt x="1145" y="201"/>
                  <a:pt x="1160" y="217"/>
                  <a:pt x="1174" y="233"/>
                </a:cubicBezTo>
                <a:cubicBezTo>
                  <a:pt x="1187" y="249"/>
                  <a:pt x="1200" y="265"/>
                  <a:pt x="1212" y="283"/>
                </a:cubicBezTo>
                <a:cubicBezTo>
                  <a:pt x="1224" y="300"/>
                  <a:pt x="1235" y="318"/>
                  <a:pt x="1246" y="336"/>
                </a:cubicBezTo>
                <a:cubicBezTo>
                  <a:pt x="1256" y="355"/>
                  <a:pt x="1265" y="373"/>
                  <a:pt x="1273" y="393"/>
                </a:cubicBezTo>
                <a:cubicBezTo>
                  <a:pt x="1282" y="413"/>
                  <a:pt x="1289" y="433"/>
                  <a:pt x="1295" y="452"/>
                </a:cubicBezTo>
                <a:cubicBezTo>
                  <a:pt x="1301" y="472"/>
                  <a:pt x="1307" y="493"/>
                  <a:pt x="1311" y="513"/>
                </a:cubicBezTo>
                <a:cubicBezTo>
                  <a:pt x="1315" y="533"/>
                  <a:pt x="1318" y="554"/>
                  <a:pt x="1320" y="575"/>
                </a:cubicBezTo>
                <a:cubicBezTo>
                  <a:pt x="1323" y="595"/>
                  <a:pt x="1324" y="616"/>
                  <a:pt x="1324" y="637"/>
                </a:cubicBezTo>
                <a:close/>
              </a:path>
            </a:pathLst>
          </a:custGeom>
          <a:solidFill>
            <a:srgbClr val="E6EE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文本框 313"/>
          <p:cNvSpPr txBox="1"/>
          <p:nvPr/>
        </p:nvSpPr>
        <p:spPr>
          <a:xfrm>
            <a:off x="571320" y="366480"/>
            <a:ext cx="1443960" cy="450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030" b="0" u="none" strike="noStrike">
                <a:solidFill>
                  <a:srgbClr val="FFFFFF"/>
                </a:solidFill>
                <a:effectLst/>
                <a:uFillTx/>
                <a:latin typeface="NotoSansCJKsc"/>
                <a:ea typeface="NotoSansCJKsc"/>
              </a:rPr>
              <a:t>项⽬实施计划</a:t>
            </a:r>
            <a:endParaRPr lang="en-US" sz="303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文本框 314"/>
          <p:cNvSpPr txBox="1"/>
          <p:nvPr/>
        </p:nvSpPr>
        <p:spPr>
          <a:xfrm>
            <a:off x="952560" y="201204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29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⏱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文本框 315"/>
          <p:cNvSpPr txBox="1"/>
          <p:nvPr/>
        </p:nvSpPr>
        <p:spPr>
          <a:xfrm>
            <a:off x="1523880" y="2014560"/>
            <a:ext cx="640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02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短期计划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文本框 316"/>
          <p:cNvSpPr txBox="1"/>
          <p:nvPr/>
        </p:nvSpPr>
        <p:spPr>
          <a:xfrm>
            <a:off x="1095480" y="2961360"/>
            <a:ext cx="2293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制作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文本框 317"/>
          <p:cNvSpPr txBox="1"/>
          <p:nvPr/>
        </p:nvSpPr>
        <p:spPr>
          <a:xfrm>
            <a:off x="1476360" y="2965680"/>
            <a:ext cx="3711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4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PPT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文本框 318"/>
          <p:cNvSpPr txBox="1"/>
          <p:nvPr/>
        </p:nvSpPr>
        <p:spPr>
          <a:xfrm>
            <a:off x="1846800" y="2961360"/>
            <a:ext cx="5724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和宣传视频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文本框 319"/>
          <p:cNvSpPr txBox="1"/>
          <p:nvPr/>
        </p:nvSpPr>
        <p:spPr>
          <a:xfrm>
            <a:off x="857160" y="2972520"/>
            <a:ext cx="2664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2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文本框 320"/>
          <p:cNvSpPr txBox="1"/>
          <p:nvPr/>
        </p:nvSpPr>
        <p:spPr>
          <a:xfrm>
            <a:off x="1095480" y="3391920"/>
            <a:ext cx="160128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制定项⽬开发进度表，完成前期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文本框 321"/>
          <p:cNvSpPr txBox="1"/>
          <p:nvPr/>
        </p:nvSpPr>
        <p:spPr>
          <a:xfrm>
            <a:off x="1095480" y="3684960"/>
            <a:ext cx="2293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规划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文本框 322"/>
          <p:cNvSpPr txBox="1"/>
          <p:nvPr/>
        </p:nvSpPr>
        <p:spPr>
          <a:xfrm>
            <a:off x="857160" y="3403080"/>
            <a:ext cx="2664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2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文本框 323"/>
          <p:cNvSpPr txBox="1"/>
          <p:nvPr/>
        </p:nvSpPr>
        <p:spPr>
          <a:xfrm>
            <a:off x="1095480" y="4115160"/>
            <a:ext cx="16009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完成</a:t>
            </a:r>
            <a:r>
              <a:rPr lang="zh-CN" sz="144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核⼼功能原型设计</a:t>
            </a:r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（注册登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文本框 324"/>
          <p:cNvSpPr txBox="1"/>
          <p:nvPr/>
        </p:nvSpPr>
        <p:spPr>
          <a:xfrm>
            <a:off x="1095480" y="4408200"/>
            <a:ext cx="137268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录、暖⾔收发、咨询功能）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任意多边形: 形状 326"/>
          <p:cNvSpPr/>
          <p:nvPr/>
        </p:nvSpPr>
        <p:spPr>
          <a:xfrm>
            <a:off x="4352760" y="1473840"/>
            <a:ext cx="3486600" cy="5018040"/>
          </a:xfrm>
          <a:custGeom>
            <a:avLst/>
            <a:gdLst/>
            <a:ahLst/>
            <a:cxnLst/>
            <a:rect l="0" t="0" r="r" b="b"/>
            <a:pathLst>
              <a:path w="9685" h="13939">
                <a:moveTo>
                  <a:pt x="0" y="13634"/>
                </a:moveTo>
                <a:lnTo>
                  <a:pt x="0" y="306"/>
                </a:lnTo>
                <a:cubicBezTo>
                  <a:pt x="0" y="286"/>
                  <a:pt x="2" y="266"/>
                  <a:pt x="6" y="246"/>
                </a:cubicBezTo>
                <a:cubicBezTo>
                  <a:pt x="10" y="226"/>
                  <a:pt x="16" y="207"/>
                  <a:pt x="24" y="189"/>
                </a:cubicBezTo>
                <a:cubicBezTo>
                  <a:pt x="32" y="170"/>
                  <a:pt x="42" y="153"/>
                  <a:pt x="53" y="136"/>
                </a:cubicBezTo>
                <a:cubicBezTo>
                  <a:pt x="65" y="119"/>
                  <a:pt x="78" y="104"/>
                  <a:pt x="93" y="90"/>
                </a:cubicBezTo>
                <a:cubicBezTo>
                  <a:pt x="108" y="76"/>
                  <a:pt x="124" y="63"/>
                  <a:pt x="141" y="52"/>
                </a:cubicBezTo>
                <a:cubicBezTo>
                  <a:pt x="158" y="41"/>
                  <a:pt x="177" y="31"/>
                  <a:pt x="196" y="24"/>
                </a:cubicBezTo>
                <a:cubicBezTo>
                  <a:pt x="215" y="16"/>
                  <a:pt x="235" y="10"/>
                  <a:pt x="256" y="6"/>
                </a:cubicBezTo>
                <a:cubicBezTo>
                  <a:pt x="276" y="2"/>
                  <a:pt x="297" y="0"/>
                  <a:pt x="317" y="0"/>
                </a:cubicBezTo>
                <a:lnTo>
                  <a:pt x="9367" y="0"/>
                </a:lnTo>
                <a:cubicBezTo>
                  <a:pt x="9388" y="0"/>
                  <a:pt x="9409" y="2"/>
                  <a:pt x="9429" y="6"/>
                </a:cubicBezTo>
                <a:cubicBezTo>
                  <a:pt x="9450" y="10"/>
                  <a:pt x="9469" y="16"/>
                  <a:pt x="9489" y="24"/>
                </a:cubicBezTo>
                <a:cubicBezTo>
                  <a:pt x="9508" y="31"/>
                  <a:pt x="9526" y="41"/>
                  <a:pt x="9544" y="52"/>
                </a:cubicBezTo>
                <a:cubicBezTo>
                  <a:pt x="9561" y="63"/>
                  <a:pt x="9577" y="76"/>
                  <a:pt x="9592" y="90"/>
                </a:cubicBezTo>
                <a:cubicBezTo>
                  <a:pt x="9606" y="104"/>
                  <a:pt x="9620" y="119"/>
                  <a:pt x="9631" y="136"/>
                </a:cubicBezTo>
                <a:cubicBezTo>
                  <a:pt x="9643" y="153"/>
                  <a:pt x="9653" y="170"/>
                  <a:pt x="9661" y="189"/>
                </a:cubicBezTo>
                <a:cubicBezTo>
                  <a:pt x="9669" y="207"/>
                  <a:pt x="9675" y="226"/>
                  <a:pt x="9679" y="246"/>
                </a:cubicBezTo>
                <a:cubicBezTo>
                  <a:pt x="9683" y="266"/>
                  <a:pt x="9685" y="286"/>
                  <a:pt x="9685" y="306"/>
                </a:cubicBezTo>
                <a:lnTo>
                  <a:pt x="9685" y="13634"/>
                </a:lnTo>
                <a:cubicBezTo>
                  <a:pt x="9685" y="13654"/>
                  <a:pt x="9683" y="13674"/>
                  <a:pt x="9679" y="13693"/>
                </a:cubicBezTo>
                <a:cubicBezTo>
                  <a:pt x="9675" y="13713"/>
                  <a:pt x="9669" y="13732"/>
                  <a:pt x="9661" y="13751"/>
                </a:cubicBezTo>
                <a:cubicBezTo>
                  <a:pt x="9653" y="13769"/>
                  <a:pt x="9643" y="13787"/>
                  <a:pt x="9631" y="13803"/>
                </a:cubicBezTo>
                <a:cubicBezTo>
                  <a:pt x="9620" y="13820"/>
                  <a:pt x="9606" y="13836"/>
                  <a:pt x="9592" y="13850"/>
                </a:cubicBezTo>
                <a:cubicBezTo>
                  <a:pt x="9577" y="13864"/>
                  <a:pt x="9561" y="13877"/>
                  <a:pt x="9544" y="13888"/>
                </a:cubicBezTo>
                <a:cubicBezTo>
                  <a:pt x="9526" y="13899"/>
                  <a:pt x="9508" y="13908"/>
                  <a:pt x="9489" y="13916"/>
                </a:cubicBezTo>
                <a:cubicBezTo>
                  <a:pt x="9469" y="13924"/>
                  <a:pt x="9450" y="13929"/>
                  <a:pt x="9429" y="13933"/>
                </a:cubicBezTo>
                <a:cubicBezTo>
                  <a:pt x="9409" y="13937"/>
                  <a:pt x="9388" y="13939"/>
                  <a:pt x="9367" y="13939"/>
                </a:cubicBezTo>
                <a:lnTo>
                  <a:pt x="317" y="13939"/>
                </a:lnTo>
                <a:cubicBezTo>
                  <a:pt x="297" y="13939"/>
                  <a:pt x="276" y="13937"/>
                  <a:pt x="256" y="13933"/>
                </a:cubicBezTo>
                <a:cubicBezTo>
                  <a:pt x="235" y="13929"/>
                  <a:pt x="215" y="13924"/>
                  <a:pt x="196" y="13916"/>
                </a:cubicBezTo>
                <a:cubicBezTo>
                  <a:pt x="177" y="13908"/>
                  <a:pt x="158" y="13899"/>
                  <a:pt x="141" y="13888"/>
                </a:cubicBezTo>
                <a:cubicBezTo>
                  <a:pt x="124" y="13877"/>
                  <a:pt x="108" y="13864"/>
                  <a:pt x="93" y="13850"/>
                </a:cubicBezTo>
                <a:cubicBezTo>
                  <a:pt x="78" y="13836"/>
                  <a:pt x="65" y="13820"/>
                  <a:pt x="53" y="13803"/>
                </a:cubicBezTo>
                <a:cubicBezTo>
                  <a:pt x="42" y="13787"/>
                  <a:pt x="32" y="13769"/>
                  <a:pt x="24" y="13751"/>
                </a:cubicBezTo>
                <a:cubicBezTo>
                  <a:pt x="16" y="13732"/>
                  <a:pt x="10" y="13713"/>
                  <a:pt x="6" y="13693"/>
                </a:cubicBezTo>
                <a:cubicBezTo>
                  <a:pt x="2" y="13674"/>
                  <a:pt x="0" y="13654"/>
                  <a:pt x="0" y="13634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任意多边形: 形状 327"/>
          <p:cNvSpPr/>
          <p:nvPr/>
        </p:nvSpPr>
        <p:spPr>
          <a:xfrm>
            <a:off x="4638600" y="2673360"/>
            <a:ext cx="2914920" cy="18720"/>
          </a:xfrm>
          <a:custGeom>
            <a:avLst/>
            <a:gdLst/>
            <a:ahLst/>
            <a:cxnLst/>
            <a:rect l="0" t="0" r="r" b="b"/>
            <a:pathLst>
              <a:path w="8097" h="52">
                <a:moveTo>
                  <a:pt x="0" y="0"/>
                </a:moveTo>
                <a:lnTo>
                  <a:pt x="8097" y="0"/>
                </a:lnTo>
                <a:lnTo>
                  <a:pt x="8097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任意多边形: 形状 328"/>
          <p:cNvSpPr/>
          <p:nvPr/>
        </p:nvSpPr>
        <p:spPr>
          <a:xfrm>
            <a:off x="4638600" y="1913400"/>
            <a:ext cx="476640" cy="458280"/>
          </a:xfrm>
          <a:custGeom>
            <a:avLst/>
            <a:gdLst/>
            <a:ahLst/>
            <a:cxnLst/>
            <a:rect l="0" t="0" r="r" b="b"/>
            <a:pathLst>
              <a:path w="1324" h="1273">
                <a:moveTo>
                  <a:pt x="1324" y="637"/>
                </a:moveTo>
                <a:cubicBezTo>
                  <a:pt x="1324" y="658"/>
                  <a:pt x="1323" y="679"/>
                  <a:pt x="1320" y="699"/>
                </a:cubicBezTo>
                <a:cubicBezTo>
                  <a:pt x="1318" y="720"/>
                  <a:pt x="1315" y="741"/>
                  <a:pt x="1311" y="761"/>
                </a:cubicBezTo>
                <a:cubicBezTo>
                  <a:pt x="1307" y="782"/>
                  <a:pt x="1301" y="802"/>
                  <a:pt x="1295" y="822"/>
                </a:cubicBezTo>
                <a:cubicBezTo>
                  <a:pt x="1289" y="842"/>
                  <a:pt x="1282" y="861"/>
                  <a:pt x="1273" y="880"/>
                </a:cubicBezTo>
                <a:cubicBezTo>
                  <a:pt x="1265" y="900"/>
                  <a:pt x="1256" y="918"/>
                  <a:pt x="1246" y="937"/>
                </a:cubicBezTo>
                <a:cubicBezTo>
                  <a:pt x="1235" y="955"/>
                  <a:pt x="1224" y="973"/>
                  <a:pt x="1212" y="990"/>
                </a:cubicBezTo>
                <a:cubicBezTo>
                  <a:pt x="1200" y="1008"/>
                  <a:pt x="1187" y="1024"/>
                  <a:pt x="1173" y="1040"/>
                </a:cubicBezTo>
                <a:cubicBezTo>
                  <a:pt x="1160" y="1057"/>
                  <a:pt x="1145" y="1072"/>
                  <a:pt x="1130" y="1087"/>
                </a:cubicBezTo>
                <a:cubicBezTo>
                  <a:pt x="1115" y="1101"/>
                  <a:pt x="1099" y="1115"/>
                  <a:pt x="1082" y="1129"/>
                </a:cubicBezTo>
                <a:cubicBezTo>
                  <a:pt x="1065" y="1142"/>
                  <a:pt x="1048" y="1154"/>
                  <a:pt x="1030" y="1166"/>
                </a:cubicBezTo>
                <a:cubicBezTo>
                  <a:pt x="1012" y="1177"/>
                  <a:pt x="992" y="1188"/>
                  <a:pt x="973" y="1198"/>
                </a:cubicBezTo>
                <a:cubicBezTo>
                  <a:pt x="954" y="1208"/>
                  <a:pt x="934" y="1217"/>
                  <a:pt x="914" y="1224"/>
                </a:cubicBezTo>
                <a:cubicBezTo>
                  <a:pt x="894" y="1232"/>
                  <a:pt x="874" y="1239"/>
                  <a:pt x="853" y="1246"/>
                </a:cubicBezTo>
                <a:cubicBezTo>
                  <a:pt x="832" y="1252"/>
                  <a:pt x="811" y="1257"/>
                  <a:pt x="790" y="1261"/>
                </a:cubicBezTo>
                <a:cubicBezTo>
                  <a:pt x="769" y="1265"/>
                  <a:pt x="748" y="1268"/>
                  <a:pt x="726" y="1270"/>
                </a:cubicBezTo>
                <a:cubicBezTo>
                  <a:pt x="704" y="1272"/>
                  <a:pt x="683" y="1273"/>
                  <a:pt x="661" y="1273"/>
                </a:cubicBezTo>
                <a:cubicBezTo>
                  <a:pt x="640" y="1273"/>
                  <a:pt x="618" y="1272"/>
                  <a:pt x="596" y="1270"/>
                </a:cubicBezTo>
                <a:cubicBezTo>
                  <a:pt x="575" y="1268"/>
                  <a:pt x="553" y="1265"/>
                  <a:pt x="532" y="1261"/>
                </a:cubicBezTo>
                <a:cubicBezTo>
                  <a:pt x="511" y="1257"/>
                  <a:pt x="490" y="1252"/>
                  <a:pt x="469" y="1246"/>
                </a:cubicBezTo>
                <a:cubicBezTo>
                  <a:pt x="448" y="1239"/>
                  <a:pt x="428" y="1232"/>
                  <a:pt x="408" y="1224"/>
                </a:cubicBezTo>
                <a:cubicBezTo>
                  <a:pt x="388" y="1217"/>
                  <a:pt x="368" y="1208"/>
                  <a:pt x="349" y="1198"/>
                </a:cubicBezTo>
                <a:cubicBezTo>
                  <a:pt x="330" y="1188"/>
                  <a:pt x="312" y="1177"/>
                  <a:pt x="294" y="1166"/>
                </a:cubicBezTo>
                <a:cubicBezTo>
                  <a:pt x="276" y="1154"/>
                  <a:pt x="258" y="1142"/>
                  <a:pt x="242" y="1129"/>
                </a:cubicBezTo>
                <a:cubicBezTo>
                  <a:pt x="225" y="1115"/>
                  <a:pt x="209" y="1101"/>
                  <a:pt x="193" y="1087"/>
                </a:cubicBezTo>
                <a:cubicBezTo>
                  <a:pt x="178" y="1072"/>
                  <a:pt x="164" y="1057"/>
                  <a:pt x="150" y="1040"/>
                </a:cubicBezTo>
                <a:cubicBezTo>
                  <a:pt x="136" y="1024"/>
                  <a:pt x="123" y="1008"/>
                  <a:pt x="111" y="990"/>
                </a:cubicBezTo>
                <a:cubicBezTo>
                  <a:pt x="99" y="973"/>
                  <a:pt x="88" y="955"/>
                  <a:pt x="78" y="937"/>
                </a:cubicBezTo>
                <a:cubicBezTo>
                  <a:pt x="68" y="918"/>
                  <a:pt x="58" y="900"/>
                  <a:pt x="50" y="880"/>
                </a:cubicBezTo>
                <a:cubicBezTo>
                  <a:pt x="42" y="861"/>
                  <a:pt x="34" y="842"/>
                  <a:pt x="28" y="822"/>
                </a:cubicBezTo>
                <a:cubicBezTo>
                  <a:pt x="22" y="802"/>
                  <a:pt x="17" y="782"/>
                  <a:pt x="12" y="761"/>
                </a:cubicBezTo>
                <a:cubicBezTo>
                  <a:pt x="8" y="741"/>
                  <a:pt x="5" y="720"/>
                  <a:pt x="3" y="699"/>
                </a:cubicBezTo>
                <a:cubicBezTo>
                  <a:pt x="1" y="679"/>
                  <a:pt x="0" y="658"/>
                  <a:pt x="0" y="637"/>
                </a:cubicBezTo>
                <a:cubicBezTo>
                  <a:pt x="0" y="616"/>
                  <a:pt x="1" y="595"/>
                  <a:pt x="3" y="575"/>
                </a:cubicBezTo>
                <a:cubicBezTo>
                  <a:pt x="5" y="554"/>
                  <a:pt x="8" y="533"/>
                  <a:pt x="12" y="513"/>
                </a:cubicBezTo>
                <a:cubicBezTo>
                  <a:pt x="17" y="493"/>
                  <a:pt x="22" y="472"/>
                  <a:pt x="28" y="452"/>
                </a:cubicBezTo>
                <a:cubicBezTo>
                  <a:pt x="34" y="433"/>
                  <a:pt x="42" y="413"/>
                  <a:pt x="50" y="393"/>
                </a:cubicBezTo>
                <a:cubicBezTo>
                  <a:pt x="58" y="373"/>
                  <a:pt x="68" y="355"/>
                  <a:pt x="78" y="336"/>
                </a:cubicBezTo>
                <a:cubicBezTo>
                  <a:pt x="88" y="318"/>
                  <a:pt x="99" y="300"/>
                  <a:pt x="111" y="283"/>
                </a:cubicBezTo>
                <a:cubicBezTo>
                  <a:pt x="123" y="265"/>
                  <a:pt x="136" y="249"/>
                  <a:pt x="150" y="233"/>
                </a:cubicBezTo>
                <a:cubicBezTo>
                  <a:pt x="164" y="217"/>
                  <a:pt x="178" y="201"/>
                  <a:pt x="193" y="186"/>
                </a:cubicBezTo>
                <a:cubicBezTo>
                  <a:pt x="209" y="172"/>
                  <a:pt x="225" y="158"/>
                  <a:pt x="242" y="145"/>
                </a:cubicBezTo>
                <a:cubicBezTo>
                  <a:pt x="258" y="131"/>
                  <a:pt x="276" y="119"/>
                  <a:pt x="294" y="107"/>
                </a:cubicBezTo>
                <a:cubicBezTo>
                  <a:pt x="312" y="96"/>
                  <a:pt x="330" y="85"/>
                  <a:pt x="349" y="75"/>
                </a:cubicBezTo>
                <a:cubicBezTo>
                  <a:pt x="368" y="65"/>
                  <a:pt x="388" y="57"/>
                  <a:pt x="408" y="49"/>
                </a:cubicBezTo>
                <a:cubicBezTo>
                  <a:pt x="428" y="41"/>
                  <a:pt x="448" y="34"/>
                  <a:pt x="469" y="28"/>
                </a:cubicBezTo>
                <a:cubicBezTo>
                  <a:pt x="490" y="22"/>
                  <a:pt x="511" y="16"/>
                  <a:pt x="532" y="12"/>
                </a:cubicBezTo>
                <a:cubicBezTo>
                  <a:pt x="553" y="8"/>
                  <a:pt x="575" y="5"/>
                  <a:pt x="596" y="3"/>
                </a:cubicBezTo>
                <a:cubicBezTo>
                  <a:pt x="618" y="1"/>
                  <a:pt x="640" y="0"/>
                  <a:pt x="661" y="0"/>
                </a:cubicBezTo>
                <a:cubicBezTo>
                  <a:pt x="683" y="0"/>
                  <a:pt x="704" y="1"/>
                  <a:pt x="726" y="3"/>
                </a:cubicBezTo>
                <a:cubicBezTo>
                  <a:pt x="748" y="5"/>
                  <a:pt x="769" y="8"/>
                  <a:pt x="790" y="12"/>
                </a:cubicBezTo>
                <a:cubicBezTo>
                  <a:pt x="811" y="16"/>
                  <a:pt x="832" y="22"/>
                  <a:pt x="853" y="28"/>
                </a:cubicBezTo>
                <a:cubicBezTo>
                  <a:pt x="874" y="34"/>
                  <a:pt x="894" y="41"/>
                  <a:pt x="914" y="49"/>
                </a:cubicBezTo>
                <a:cubicBezTo>
                  <a:pt x="934" y="57"/>
                  <a:pt x="954" y="65"/>
                  <a:pt x="973" y="75"/>
                </a:cubicBezTo>
                <a:cubicBezTo>
                  <a:pt x="992" y="85"/>
                  <a:pt x="1012" y="96"/>
                  <a:pt x="1030" y="107"/>
                </a:cubicBezTo>
                <a:cubicBezTo>
                  <a:pt x="1048" y="119"/>
                  <a:pt x="1065" y="131"/>
                  <a:pt x="1082" y="145"/>
                </a:cubicBezTo>
                <a:cubicBezTo>
                  <a:pt x="1099" y="158"/>
                  <a:pt x="1115" y="172"/>
                  <a:pt x="1130" y="186"/>
                </a:cubicBezTo>
                <a:cubicBezTo>
                  <a:pt x="1145" y="201"/>
                  <a:pt x="1160" y="217"/>
                  <a:pt x="1173" y="233"/>
                </a:cubicBezTo>
                <a:cubicBezTo>
                  <a:pt x="1187" y="249"/>
                  <a:pt x="1200" y="265"/>
                  <a:pt x="1212" y="283"/>
                </a:cubicBezTo>
                <a:cubicBezTo>
                  <a:pt x="1224" y="300"/>
                  <a:pt x="1235" y="318"/>
                  <a:pt x="1246" y="336"/>
                </a:cubicBezTo>
                <a:cubicBezTo>
                  <a:pt x="1256" y="355"/>
                  <a:pt x="1265" y="373"/>
                  <a:pt x="1273" y="393"/>
                </a:cubicBezTo>
                <a:cubicBezTo>
                  <a:pt x="1282" y="413"/>
                  <a:pt x="1289" y="433"/>
                  <a:pt x="1295" y="452"/>
                </a:cubicBezTo>
                <a:cubicBezTo>
                  <a:pt x="1301" y="472"/>
                  <a:pt x="1307" y="493"/>
                  <a:pt x="1311" y="513"/>
                </a:cubicBezTo>
                <a:cubicBezTo>
                  <a:pt x="1315" y="533"/>
                  <a:pt x="1318" y="554"/>
                  <a:pt x="1320" y="575"/>
                </a:cubicBezTo>
                <a:cubicBezTo>
                  <a:pt x="1323" y="595"/>
                  <a:pt x="1324" y="616"/>
                  <a:pt x="1324" y="637"/>
                </a:cubicBezTo>
                <a:close/>
              </a:path>
            </a:pathLst>
          </a:custGeom>
          <a:solidFill>
            <a:srgbClr val="E6EE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文本框 329"/>
          <p:cNvSpPr txBox="1"/>
          <p:nvPr/>
        </p:nvSpPr>
        <p:spPr>
          <a:xfrm>
            <a:off x="857160" y="4126320"/>
            <a:ext cx="2664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2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文本框 330"/>
          <p:cNvSpPr txBox="1"/>
          <p:nvPr/>
        </p:nvSpPr>
        <p:spPr>
          <a:xfrm>
            <a:off x="4730760" y="201204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29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📱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文本框 331"/>
          <p:cNvSpPr txBox="1"/>
          <p:nvPr/>
        </p:nvSpPr>
        <p:spPr>
          <a:xfrm>
            <a:off x="5302080" y="2014560"/>
            <a:ext cx="640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02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中期计划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文本框 332"/>
          <p:cNvSpPr txBox="1"/>
          <p:nvPr/>
        </p:nvSpPr>
        <p:spPr>
          <a:xfrm>
            <a:off x="4873680" y="2961360"/>
            <a:ext cx="16009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完成</a:t>
            </a:r>
            <a:r>
              <a:rPr lang="zh-CN" sz="144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核⼼功能开发</a:t>
            </a:r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（注册登录、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文本框 333"/>
          <p:cNvSpPr txBox="1"/>
          <p:nvPr/>
        </p:nvSpPr>
        <p:spPr>
          <a:xfrm>
            <a:off x="4873680" y="3254400"/>
            <a:ext cx="12582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暖⾔收发、⼀对⼀咨询）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文本框 334"/>
          <p:cNvSpPr txBox="1"/>
          <p:nvPr/>
        </p:nvSpPr>
        <p:spPr>
          <a:xfrm>
            <a:off x="4635360" y="2972520"/>
            <a:ext cx="2664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2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文本框 335"/>
          <p:cNvSpPr txBox="1"/>
          <p:nvPr/>
        </p:nvSpPr>
        <p:spPr>
          <a:xfrm>
            <a:off x="4873680" y="3684960"/>
            <a:ext cx="2293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实现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文本框 336"/>
          <p:cNvSpPr txBox="1"/>
          <p:nvPr/>
        </p:nvSpPr>
        <p:spPr>
          <a:xfrm>
            <a:off x="5254560" y="3688920"/>
            <a:ext cx="191160" cy="204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440" b="1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AI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文本框 337"/>
          <p:cNvSpPr txBox="1"/>
          <p:nvPr/>
        </p:nvSpPr>
        <p:spPr>
          <a:xfrm>
            <a:off x="5445000" y="3684960"/>
            <a:ext cx="10296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功能</a:t>
            </a:r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并完成内部测试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文本框 338"/>
          <p:cNvSpPr txBox="1"/>
          <p:nvPr/>
        </p:nvSpPr>
        <p:spPr>
          <a:xfrm>
            <a:off x="4635360" y="3696120"/>
            <a:ext cx="2664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2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文本框 339"/>
          <p:cNvSpPr txBox="1"/>
          <p:nvPr/>
        </p:nvSpPr>
        <p:spPr>
          <a:xfrm>
            <a:off x="4873680" y="4115160"/>
            <a:ext cx="16009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开展</a:t>
            </a:r>
            <a:r>
              <a:rPr lang="zh-CN" sz="144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社会试点</a:t>
            </a:r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，收集⽤⼾反馈与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文本框 340"/>
          <p:cNvSpPr txBox="1"/>
          <p:nvPr/>
        </p:nvSpPr>
        <p:spPr>
          <a:xfrm>
            <a:off x="4873680" y="4408200"/>
            <a:ext cx="4579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调研数据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任意多边形: 形状 341"/>
          <p:cNvSpPr/>
          <p:nvPr/>
        </p:nvSpPr>
        <p:spPr>
          <a:xfrm>
            <a:off x="8124480" y="1473840"/>
            <a:ext cx="3496320" cy="5018040"/>
          </a:xfrm>
          <a:custGeom>
            <a:avLst/>
            <a:gdLst/>
            <a:ahLst/>
            <a:cxnLst/>
            <a:rect l="0" t="0" r="r" b="b"/>
            <a:pathLst>
              <a:path w="9712" h="13939">
                <a:moveTo>
                  <a:pt x="0" y="13634"/>
                </a:moveTo>
                <a:lnTo>
                  <a:pt x="0" y="306"/>
                </a:lnTo>
                <a:cubicBezTo>
                  <a:pt x="0" y="286"/>
                  <a:pt x="2" y="266"/>
                  <a:pt x="7" y="246"/>
                </a:cubicBezTo>
                <a:cubicBezTo>
                  <a:pt x="11" y="226"/>
                  <a:pt x="17" y="207"/>
                  <a:pt x="25" y="189"/>
                </a:cubicBezTo>
                <a:cubicBezTo>
                  <a:pt x="33" y="170"/>
                  <a:pt x="42" y="153"/>
                  <a:pt x="54" y="136"/>
                </a:cubicBezTo>
                <a:cubicBezTo>
                  <a:pt x="66" y="119"/>
                  <a:pt x="79" y="104"/>
                  <a:pt x="93" y="90"/>
                </a:cubicBezTo>
                <a:cubicBezTo>
                  <a:pt x="108" y="76"/>
                  <a:pt x="124" y="63"/>
                  <a:pt x="142" y="52"/>
                </a:cubicBezTo>
                <a:cubicBezTo>
                  <a:pt x="159" y="41"/>
                  <a:pt x="177" y="31"/>
                  <a:pt x="196" y="24"/>
                </a:cubicBezTo>
                <a:cubicBezTo>
                  <a:pt x="216" y="16"/>
                  <a:pt x="236" y="10"/>
                  <a:pt x="256" y="6"/>
                </a:cubicBezTo>
                <a:cubicBezTo>
                  <a:pt x="276" y="2"/>
                  <a:pt x="297" y="0"/>
                  <a:pt x="318" y="0"/>
                </a:cubicBezTo>
                <a:lnTo>
                  <a:pt x="9394" y="0"/>
                </a:lnTo>
                <a:cubicBezTo>
                  <a:pt x="9415" y="0"/>
                  <a:pt x="9436" y="2"/>
                  <a:pt x="9456" y="6"/>
                </a:cubicBezTo>
                <a:cubicBezTo>
                  <a:pt x="9477" y="10"/>
                  <a:pt x="9496" y="16"/>
                  <a:pt x="9516" y="24"/>
                </a:cubicBezTo>
                <a:cubicBezTo>
                  <a:pt x="9535" y="31"/>
                  <a:pt x="9553" y="41"/>
                  <a:pt x="9571" y="52"/>
                </a:cubicBezTo>
                <a:cubicBezTo>
                  <a:pt x="9588" y="63"/>
                  <a:pt x="9604" y="76"/>
                  <a:pt x="9619" y="90"/>
                </a:cubicBezTo>
                <a:cubicBezTo>
                  <a:pt x="9633" y="104"/>
                  <a:pt x="9647" y="119"/>
                  <a:pt x="9658" y="136"/>
                </a:cubicBezTo>
                <a:cubicBezTo>
                  <a:pt x="9670" y="153"/>
                  <a:pt x="9680" y="170"/>
                  <a:pt x="9687" y="189"/>
                </a:cubicBezTo>
                <a:cubicBezTo>
                  <a:pt x="9695" y="207"/>
                  <a:pt x="9701" y="226"/>
                  <a:pt x="9706" y="246"/>
                </a:cubicBezTo>
                <a:cubicBezTo>
                  <a:pt x="9710" y="266"/>
                  <a:pt x="9712" y="286"/>
                  <a:pt x="9712" y="306"/>
                </a:cubicBezTo>
                <a:lnTo>
                  <a:pt x="9712" y="13634"/>
                </a:lnTo>
                <a:cubicBezTo>
                  <a:pt x="9712" y="13654"/>
                  <a:pt x="9710" y="13674"/>
                  <a:pt x="9706" y="13693"/>
                </a:cubicBezTo>
                <a:cubicBezTo>
                  <a:pt x="9701" y="13713"/>
                  <a:pt x="9695" y="13732"/>
                  <a:pt x="9687" y="13751"/>
                </a:cubicBezTo>
                <a:cubicBezTo>
                  <a:pt x="9680" y="13769"/>
                  <a:pt x="9670" y="13787"/>
                  <a:pt x="9658" y="13803"/>
                </a:cubicBezTo>
                <a:cubicBezTo>
                  <a:pt x="9647" y="13820"/>
                  <a:pt x="9633" y="13836"/>
                  <a:pt x="9619" y="13850"/>
                </a:cubicBezTo>
                <a:cubicBezTo>
                  <a:pt x="9604" y="13864"/>
                  <a:pt x="9588" y="13877"/>
                  <a:pt x="9571" y="13888"/>
                </a:cubicBezTo>
                <a:cubicBezTo>
                  <a:pt x="9553" y="13899"/>
                  <a:pt x="9535" y="13908"/>
                  <a:pt x="9516" y="13916"/>
                </a:cubicBezTo>
                <a:cubicBezTo>
                  <a:pt x="9496" y="13924"/>
                  <a:pt x="9477" y="13929"/>
                  <a:pt x="9456" y="13933"/>
                </a:cubicBezTo>
                <a:cubicBezTo>
                  <a:pt x="9436" y="13937"/>
                  <a:pt x="9415" y="13939"/>
                  <a:pt x="9394" y="13939"/>
                </a:cubicBezTo>
                <a:lnTo>
                  <a:pt x="318" y="13939"/>
                </a:lnTo>
                <a:cubicBezTo>
                  <a:pt x="297" y="13939"/>
                  <a:pt x="276" y="13937"/>
                  <a:pt x="256" y="13933"/>
                </a:cubicBezTo>
                <a:cubicBezTo>
                  <a:pt x="236" y="13929"/>
                  <a:pt x="216" y="13924"/>
                  <a:pt x="196" y="13916"/>
                </a:cubicBezTo>
                <a:cubicBezTo>
                  <a:pt x="177" y="13908"/>
                  <a:pt x="159" y="13899"/>
                  <a:pt x="142" y="13888"/>
                </a:cubicBezTo>
                <a:cubicBezTo>
                  <a:pt x="124" y="13877"/>
                  <a:pt x="108" y="13864"/>
                  <a:pt x="93" y="13850"/>
                </a:cubicBezTo>
                <a:cubicBezTo>
                  <a:pt x="79" y="13836"/>
                  <a:pt x="66" y="13820"/>
                  <a:pt x="54" y="13803"/>
                </a:cubicBezTo>
                <a:cubicBezTo>
                  <a:pt x="42" y="13787"/>
                  <a:pt x="33" y="13769"/>
                  <a:pt x="25" y="13751"/>
                </a:cubicBezTo>
                <a:cubicBezTo>
                  <a:pt x="17" y="13732"/>
                  <a:pt x="11" y="13713"/>
                  <a:pt x="7" y="13693"/>
                </a:cubicBezTo>
                <a:cubicBezTo>
                  <a:pt x="2" y="13674"/>
                  <a:pt x="0" y="13654"/>
                  <a:pt x="0" y="13634"/>
                </a:cubicBezTo>
                <a:close/>
              </a:path>
            </a:pathLst>
          </a:custGeom>
          <a:solidFill>
            <a:srgbClr val="F8F9FC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任意多边形: 形状 342"/>
          <p:cNvSpPr/>
          <p:nvPr/>
        </p:nvSpPr>
        <p:spPr>
          <a:xfrm>
            <a:off x="8410320" y="2673360"/>
            <a:ext cx="2924640" cy="18720"/>
          </a:xfrm>
          <a:custGeom>
            <a:avLst/>
            <a:gdLst/>
            <a:ahLst/>
            <a:cxnLst/>
            <a:rect l="0" t="0" r="r" b="b"/>
            <a:pathLst>
              <a:path w="8124" h="52">
                <a:moveTo>
                  <a:pt x="0" y="0"/>
                </a:moveTo>
                <a:lnTo>
                  <a:pt x="8124" y="0"/>
                </a:lnTo>
                <a:lnTo>
                  <a:pt x="8124" y="52"/>
                </a:lnTo>
                <a:lnTo>
                  <a:pt x="0" y="52"/>
                </a:lnTo>
                <a:lnTo>
                  <a:pt x="0" y="0"/>
                </a:ln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任意多边形: 形状 343"/>
          <p:cNvSpPr/>
          <p:nvPr/>
        </p:nvSpPr>
        <p:spPr>
          <a:xfrm>
            <a:off x="8410320" y="1913400"/>
            <a:ext cx="476640" cy="458280"/>
          </a:xfrm>
          <a:custGeom>
            <a:avLst/>
            <a:gdLst/>
            <a:ahLst/>
            <a:cxnLst/>
            <a:rect l="0" t="0" r="r" b="b"/>
            <a:pathLst>
              <a:path w="1324" h="1273">
                <a:moveTo>
                  <a:pt x="1324" y="637"/>
                </a:moveTo>
                <a:cubicBezTo>
                  <a:pt x="1324" y="658"/>
                  <a:pt x="1323" y="679"/>
                  <a:pt x="1321" y="699"/>
                </a:cubicBezTo>
                <a:cubicBezTo>
                  <a:pt x="1319" y="720"/>
                  <a:pt x="1316" y="741"/>
                  <a:pt x="1311" y="761"/>
                </a:cubicBezTo>
                <a:cubicBezTo>
                  <a:pt x="1307" y="782"/>
                  <a:pt x="1302" y="802"/>
                  <a:pt x="1296" y="822"/>
                </a:cubicBezTo>
                <a:cubicBezTo>
                  <a:pt x="1289" y="842"/>
                  <a:pt x="1282" y="861"/>
                  <a:pt x="1274" y="880"/>
                </a:cubicBezTo>
                <a:cubicBezTo>
                  <a:pt x="1265" y="900"/>
                  <a:pt x="1256" y="918"/>
                  <a:pt x="1246" y="937"/>
                </a:cubicBezTo>
                <a:cubicBezTo>
                  <a:pt x="1236" y="955"/>
                  <a:pt x="1225" y="973"/>
                  <a:pt x="1213" y="990"/>
                </a:cubicBezTo>
                <a:cubicBezTo>
                  <a:pt x="1201" y="1008"/>
                  <a:pt x="1188" y="1024"/>
                  <a:pt x="1174" y="1040"/>
                </a:cubicBezTo>
                <a:cubicBezTo>
                  <a:pt x="1160" y="1057"/>
                  <a:pt x="1146" y="1072"/>
                  <a:pt x="1130" y="1087"/>
                </a:cubicBezTo>
                <a:cubicBezTo>
                  <a:pt x="1115" y="1101"/>
                  <a:pt x="1099" y="1115"/>
                  <a:pt x="1081" y="1129"/>
                </a:cubicBezTo>
                <a:cubicBezTo>
                  <a:pt x="1065" y="1142"/>
                  <a:pt x="1047" y="1154"/>
                  <a:pt x="1029" y="1166"/>
                </a:cubicBezTo>
                <a:cubicBezTo>
                  <a:pt x="1011" y="1177"/>
                  <a:pt x="993" y="1188"/>
                  <a:pt x="973" y="1198"/>
                </a:cubicBezTo>
                <a:cubicBezTo>
                  <a:pt x="954" y="1208"/>
                  <a:pt x="935" y="1217"/>
                  <a:pt x="915" y="1224"/>
                </a:cubicBezTo>
                <a:cubicBezTo>
                  <a:pt x="895" y="1232"/>
                  <a:pt x="874" y="1239"/>
                  <a:pt x="854" y="1246"/>
                </a:cubicBezTo>
                <a:cubicBezTo>
                  <a:pt x="833" y="1252"/>
                  <a:pt x="812" y="1257"/>
                  <a:pt x="791" y="1261"/>
                </a:cubicBezTo>
                <a:cubicBezTo>
                  <a:pt x="769" y="1265"/>
                  <a:pt x="748" y="1268"/>
                  <a:pt x="726" y="1270"/>
                </a:cubicBezTo>
                <a:cubicBezTo>
                  <a:pt x="705" y="1272"/>
                  <a:pt x="683" y="1273"/>
                  <a:pt x="662" y="1273"/>
                </a:cubicBezTo>
                <a:cubicBezTo>
                  <a:pt x="640" y="1273"/>
                  <a:pt x="618" y="1272"/>
                  <a:pt x="597" y="1270"/>
                </a:cubicBezTo>
                <a:cubicBezTo>
                  <a:pt x="575" y="1268"/>
                  <a:pt x="554" y="1265"/>
                  <a:pt x="533" y="1261"/>
                </a:cubicBezTo>
                <a:cubicBezTo>
                  <a:pt x="511" y="1257"/>
                  <a:pt x="490" y="1252"/>
                  <a:pt x="470" y="1246"/>
                </a:cubicBezTo>
                <a:cubicBezTo>
                  <a:pt x="449" y="1239"/>
                  <a:pt x="429" y="1232"/>
                  <a:pt x="409" y="1224"/>
                </a:cubicBezTo>
                <a:cubicBezTo>
                  <a:pt x="389" y="1217"/>
                  <a:pt x="369" y="1208"/>
                  <a:pt x="350" y="1198"/>
                </a:cubicBezTo>
                <a:cubicBezTo>
                  <a:pt x="331" y="1188"/>
                  <a:pt x="312" y="1177"/>
                  <a:pt x="294" y="1166"/>
                </a:cubicBezTo>
                <a:cubicBezTo>
                  <a:pt x="276" y="1154"/>
                  <a:pt x="259" y="1142"/>
                  <a:pt x="242" y="1129"/>
                </a:cubicBezTo>
                <a:cubicBezTo>
                  <a:pt x="225" y="1115"/>
                  <a:pt x="209" y="1101"/>
                  <a:pt x="194" y="1087"/>
                </a:cubicBezTo>
                <a:cubicBezTo>
                  <a:pt x="179" y="1072"/>
                  <a:pt x="164" y="1057"/>
                  <a:pt x="150" y="1040"/>
                </a:cubicBezTo>
                <a:cubicBezTo>
                  <a:pt x="137" y="1024"/>
                  <a:pt x="124" y="1008"/>
                  <a:pt x="112" y="990"/>
                </a:cubicBezTo>
                <a:cubicBezTo>
                  <a:pt x="100" y="973"/>
                  <a:pt x="89" y="955"/>
                  <a:pt x="78" y="937"/>
                </a:cubicBezTo>
                <a:cubicBezTo>
                  <a:pt x="68" y="918"/>
                  <a:pt x="59" y="900"/>
                  <a:pt x="51" y="880"/>
                </a:cubicBezTo>
                <a:cubicBezTo>
                  <a:pt x="42" y="861"/>
                  <a:pt x="35" y="842"/>
                  <a:pt x="29" y="822"/>
                </a:cubicBezTo>
                <a:cubicBezTo>
                  <a:pt x="22" y="802"/>
                  <a:pt x="17" y="782"/>
                  <a:pt x="13" y="761"/>
                </a:cubicBezTo>
                <a:cubicBezTo>
                  <a:pt x="9" y="741"/>
                  <a:pt x="6" y="720"/>
                  <a:pt x="3" y="699"/>
                </a:cubicBezTo>
                <a:cubicBezTo>
                  <a:pt x="1" y="679"/>
                  <a:pt x="0" y="658"/>
                  <a:pt x="0" y="637"/>
                </a:cubicBezTo>
                <a:cubicBezTo>
                  <a:pt x="0" y="616"/>
                  <a:pt x="1" y="595"/>
                  <a:pt x="3" y="575"/>
                </a:cubicBezTo>
                <a:cubicBezTo>
                  <a:pt x="6" y="554"/>
                  <a:pt x="9" y="533"/>
                  <a:pt x="13" y="513"/>
                </a:cubicBezTo>
                <a:cubicBezTo>
                  <a:pt x="17" y="493"/>
                  <a:pt x="22" y="472"/>
                  <a:pt x="29" y="452"/>
                </a:cubicBezTo>
                <a:cubicBezTo>
                  <a:pt x="35" y="433"/>
                  <a:pt x="42" y="413"/>
                  <a:pt x="51" y="393"/>
                </a:cubicBezTo>
                <a:cubicBezTo>
                  <a:pt x="59" y="373"/>
                  <a:pt x="68" y="355"/>
                  <a:pt x="78" y="336"/>
                </a:cubicBezTo>
                <a:cubicBezTo>
                  <a:pt x="89" y="318"/>
                  <a:pt x="100" y="300"/>
                  <a:pt x="112" y="283"/>
                </a:cubicBezTo>
                <a:cubicBezTo>
                  <a:pt x="124" y="265"/>
                  <a:pt x="137" y="249"/>
                  <a:pt x="150" y="233"/>
                </a:cubicBezTo>
                <a:cubicBezTo>
                  <a:pt x="164" y="217"/>
                  <a:pt x="179" y="201"/>
                  <a:pt x="194" y="186"/>
                </a:cubicBezTo>
                <a:cubicBezTo>
                  <a:pt x="209" y="172"/>
                  <a:pt x="225" y="158"/>
                  <a:pt x="242" y="145"/>
                </a:cubicBezTo>
                <a:cubicBezTo>
                  <a:pt x="259" y="131"/>
                  <a:pt x="276" y="119"/>
                  <a:pt x="294" y="107"/>
                </a:cubicBezTo>
                <a:cubicBezTo>
                  <a:pt x="312" y="96"/>
                  <a:pt x="331" y="85"/>
                  <a:pt x="350" y="75"/>
                </a:cubicBezTo>
                <a:cubicBezTo>
                  <a:pt x="369" y="65"/>
                  <a:pt x="389" y="57"/>
                  <a:pt x="409" y="49"/>
                </a:cubicBezTo>
                <a:cubicBezTo>
                  <a:pt x="429" y="41"/>
                  <a:pt x="449" y="34"/>
                  <a:pt x="470" y="28"/>
                </a:cubicBezTo>
                <a:cubicBezTo>
                  <a:pt x="490" y="22"/>
                  <a:pt x="511" y="16"/>
                  <a:pt x="533" y="12"/>
                </a:cubicBezTo>
                <a:cubicBezTo>
                  <a:pt x="554" y="8"/>
                  <a:pt x="575" y="5"/>
                  <a:pt x="597" y="3"/>
                </a:cubicBezTo>
                <a:cubicBezTo>
                  <a:pt x="618" y="1"/>
                  <a:pt x="640" y="0"/>
                  <a:pt x="662" y="0"/>
                </a:cubicBezTo>
                <a:cubicBezTo>
                  <a:pt x="683" y="0"/>
                  <a:pt x="705" y="1"/>
                  <a:pt x="727" y="3"/>
                </a:cubicBezTo>
                <a:cubicBezTo>
                  <a:pt x="748" y="5"/>
                  <a:pt x="769" y="8"/>
                  <a:pt x="791" y="12"/>
                </a:cubicBezTo>
                <a:cubicBezTo>
                  <a:pt x="812" y="16"/>
                  <a:pt x="833" y="22"/>
                  <a:pt x="854" y="28"/>
                </a:cubicBezTo>
                <a:cubicBezTo>
                  <a:pt x="874" y="34"/>
                  <a:pt x="895" y="41"/>
                  <a:pt x="915" y="49"/>
                </a:cubicBezTo>
                <a:cubicBezTo>
                  <a:pt x="935" y="57"/>
                  <a:pt x="954" y="65"/>
                  <a:pt x="973" y="75"/>
                </a:cubicBezTo>
                <a:cubicBezTo>
                  <a:pt x="993" y="85"/>
                  <a:pt x="1011" y="96"/>
                  <a:pt x="1029" y="107"/>
                </a:cubicBezTo>
                <a:cubicBezTo>
                  <a:pt x="1047" y="119"/>
                  <a:pt x="1065" y="131"/>
                  <a:pt x="1081" y="145"/>
                </a:cubicBezTo>
                <a:cubicBezTo>
                  <a:pt x="1099" y="158"/>
                  <a:pt x="1115" y="172"/>
                  <a:pt x="1130" y="186"/>
                </a:cubicBezTo>
                <a:cubicBezTo>
                  <a:pt x="1146" y="201"/>
                  <a:pt x="1160" y="217"/>
                  <a:pt x="1174" y="233"/>
                </a:cubicBezTo>
                <a:cubicBezTo>
                  <a:pt x="1188" y="249"/>
                  <a:pt x="1201" y="265"/>
                  <a:pt x="1213" y="283"/>
                </a:cubicBezTo>
                <a:cubicBezTo>
                  <a:pt x="1225" y="300"/>
                  <a:pt x="1236" y="318"/>
                  <a:pt x="1246" y="336"/>
                </a:cubicBezTo>
                <a:cubicBezTo>
                  <a:pt x="1256" y="355"/>
                  <a:pt x="1265" y="373"/>
                  <a:pt x="1274" y="393"/>
                </a:cubicBezTo>
                <a:cubicBezTo>
                  <a:pt x="1282" y="413"/>
                  <a:pt x="1289" y="433"/>
                  <a:pt x="1296" y="452"/>
                </a:cubicBezTo>
                <a:cubicBezTo>
                  <a:pt x="1302" y="472"/>
                  <a:pt x="1307" y="493"/>
                  <a:pt x="1311" y="513"/>
                </a:cubicBezTo>
                <a:cubicBezTo>
                  <a:pt x="1316" y="533"/>
                  <a:pt x="1319" y="554"/>
                  <a:pt x="1321" y="575"/>
                </a:cubicBezTo>
                <a:cubicBezTo>
                  <a:pt x="1323" y="595"/>
                  <a:pt x="1324" y="616"/>
                  <a:pt x="1324" y="637"/>
                </a:cubicBezTo>
                <a:close/>
              </a:path>
            </a:pathLst>
          </a:custGeom>
          <a:solidFill>
            <a:srgbClr val="E6EE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文本框 344"/>
          <p:cNvSpPr txBox="1"/>
          <p:nvPr/>
        </p:nvSpPr>
        <p:spPr>
          <a:xfrm>
            <a:off x="4635360" y="4126320"/>
            <a:ext cx="2664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2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文本框 345"/>
          <p:cNvSpPr txBox="1"/>
          <p:nvPr/>
        </p:nvSpPr>
        <p:spPr>
          <a:xfrm>
            <a:off x="8508960" y="201204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729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🚀</a:t>
            </a:r>
            <a:endParaRPr lang="en-US" sz="1729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文本框 346"/>
          <p:cNvSpPr txBox="1"/>
          <p:nvPr/>
        </p:nvSpPr>
        <p:spPr>
          <a:xfrm>
            <a:off x="9080280" y="2014560"/>
            <a:ext cx="640800" cy="29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02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⻓期计划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文本框 347"/>
          <p:cNvSpPr txBox="1"/>
          <p:nvPr/>
        </p:nvSpPr>
        <p:spPr>
          <a:xfrm>
            <a:off x="8651880" y="2961360"/>
            <a:ext cx="12582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完成系统</a:t>
            </a:r>
            <a:r>
              <a:rPr lang="zh-CN" sz="144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全⾯测试与优化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文本框 348"/>
          <p:cNvSpPr txBox="1"/>
          <p:nvPr/>
        </p:nvSpPr>
        <p:spPr>
          <a:xfrm>
            <a:off x="8413560" y="2972520"/>
            <a:ext cx="2664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2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文本框 349"/>
          <p:cNvSpPr txBox="1"/>
          <p:nvPr/>
        </p:nvSpPr>
        <p:spPr>
          <a:xfrm>
            <a:off x="8651880" y="3391920"/>
            <a:ext cx="160128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正式发布产品，进⾏</a:t>
            </a:r>
            <a:r>
              <a:rPr lang="zh-CN" sz="144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市场推⼴和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文本框 350"/>
          <p:cNvSpPr txBox="1"/>
          <p:nvPr/>
        </p:nvSpPr>
        <p:spPr>
          <a:xfrm>
            <a:off x="8651880" y="3684960"/>
            <a:ext cx="22932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运营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8413560" y="3403080"/>
            <a:ext cx="2664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2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文本框 352"/>
          <p:cNvSpPr txBox="1"/>
          <p:nvPr/>
        </p:nvSpPr>
        <p:spPr>
          <a:xfrm>
            <a:off x="8651880" y="4115160"/>
            <a:ext cx="160128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持续收集⽤⼾反馈，</a:t>
            </a:r>
            <a:r>
              <a:rPr lang="zh-CN" sz="144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迭代完善产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文本框 353"/>
          <p:cNvSpPr txBox="1"/>
          <p:nvPr/>
        </p:nvSpPr>
        <p:spPr>
          <a:xfrm>
            <a:off x="8651880" y="4408200"/>
            <a:ext cx="343800" cy="212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44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品功能</a:t>
            </a:r>
            <a:endParaRPr lang="en-US" sz="14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文本框 355"/>
          <p:cNvSpPr txBox="1"/>
          <p:nvPr/>
        </p:nvSpPr>
        <p:spPr>
          <a:xfrm>
            <a:off x="8413560" y="4126320"/>
            <a:ext cx="266400" cy="286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02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20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文本框 356"/>
          <p:cNvSpPr txBox="1"/>
          <p:nvPr/>
        </p:nvSpPr>
        <p:spPr>
          <a:xfrm>
            <a:off x="5305320" y="6311160"/>
            <a:ext cx="41040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00" b="0" u="none" strike="noStrike">
                <a:solidFill>
                  <a:srgbClr val="718096"/>
                </a:solidFill>
                <a:effectLst/>
                <a:uFillTx/>
                <a:latin typeface="NotoSansCJKsc"/>
                <a:ea typeface="NotoSansCJKsc"/>
              </a:rPr>
              <a:t>暖⾔纸条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文本框 357"/>
          <p:cNvSpPr txBox="1"/>
          <p:nvPr/>
        </p:nvSpPr>
        <p:spPr>
          <a:xfrm>
            <a:off x="5991120" y="6315120"/>
            <a:ext cx="171000" cy="184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00" b="0" u="none" strike="noStrike">
                <a:solidFill>
                  <a:srgbClr val="718096"/>
                </a:solidFill>
                <a:effectLst/>
                <a:uFillTx/>
                <a:latin typeface="Arial"/>
                <a:ea typeface="Arial"/>
              </a:rPr>
              <a:t> -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文本框 358"/>
          <p:cNvSpPr txBox="1"/>
          <p:nvPr/>
        </p:nvSpPr>
        <p:spPr>
          <a:xfrm>
            <a:off x="6143760" y="6311160"/>
            <a:ext cx="1127520" cy="190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00" b="0" u="none" strike="noStrike">
                <a:solidFill>
                  <a:srgbClr val="718096"/>
                </a:solidFill>
                <a:effectLst/>
                <a:uFillTx/>
                <a:latin typeface="NotoSansCJKsc"/>
                <a:ea typeface="NotoSansCJKsc"/>
              </a:rPr>
              <a:t>分阶段稳步推进项⽬落地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任意多边形: 形状 359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7FA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任意多边形: 形状 360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cxnLst/>
            <a:rect l="0" t="0" r="r" b="b"/>
            <a:pathLst>
              <a:path w="33867" h="19050">
                <a:moveTo>
                  <a:pt x="0" y="18839"/>
                </a:moveTo>
                <a:lnTo>
                  <a:pt x="0" y="211"/>
                </a:lnTo>
                <a:cubicBezTo>
                  <a:pt x="0" y="197"/>
                  <a:pt x="1" y="184"/>
                  <a:pt x="4" y="170"/>
                </a:cubicBezTo>
                <a:cubicBezTo>
                  <a:pt x="6" y="156"/>
                  <a:pt x="10" y="143"/>
                  <a:pt x="16" y="130"/>
                </a:cubicBezTo>
                <a:cubicBezTo>
                  <a:pt x="21" y="117"/>
                  <a:pt x="27" y="105"/>
                  <a:pt x="35" y="94"/>
                </a:cubicBezTo>
                <a:cubicBezTo>
                  <a:pt x="43" y="82"/>
                  <a:pt x="52" y="71"/>
                  <a:pt x="61" y="61"/>
                </a:cubicBezTo>
                <a:cubicBezTo>
                  <a:pt x="71" y="52"/>
                  <a:pt x="82" y="43"/>
                  <a:pt x="94" y="35"/>
                </a:cubicBezTo>
                <a:cubicBezTo>
                  <a:pt x="105" y="27"/>
                  <a:pt x="117" y="21"/>
                  <a:pt x="130" y="16"/>
                </a:cubicBezTo>
                <a:cubicBezTo>
                  <a:pt x="143" y="10"/>
                  <a:pt x="156" y="6"/>
                  <a:pt x="170" y="4"/>
                </a:cubicBezTo>
                <a:cubicBezTo>
                  <a:pt x="184" y="1"/>
                  <a:pt x="197" y="0"/>
                  <a:pt x="211" y="0"/>
                </a:cubicBezTo>
                <a:lnTo>
                  <a:pt x="33655" y="0"/>
                </a:lnTo>
                <a:cubicBezTo>
                  <a:pt x="33669" y="0"/>
                  <a:pt x="33683" y="1"/>
                  <a:pt x="33697" y="4"/>
                </a:cubicBezTo>
                <a:cubicBezTo>
                  <a:pt x="33710" y="6"/>
                  <a:pt x="33724" y="10"/>
                  <a:pt x="33736" y="16"/>
                </a:cubicBezTo>
                <a:cubicBezTo>
                  <a:pt x="33749" y="21"/>
                  <a:pt x="33762" y="27"/>
                  <a:pt x="33773" y="35"/>
                </a:cubicBezTo>
                <a:cubicBezTo>
                  <a:pt x="33785" y="43"/>
                  <a:pt x="33795" y="52"/>
                  <a:pt x="33805" y="61"/>
                </a:cubicBezTo>
                <a:cubicBezTo>
                  <a:pt x="33815" y="71"/>
                  <a:pt x="33824" y="82"/>
                  <a:pt x="33831" y="94"/>
                </a:cubicBezTo>
                <a:cubicBezTo>
                  <a:pt x="33839" y="105"/>
                  <a:pt x="33846" y="117"/>
                  <a:pt x="33851" y="130"/>
                </a:cubicBezTo>
                <a:cubicBezTo>
                  <a:pt x="33856" y="143"/>
                  <a:pt x="33860" y="156"/>
                  <a:pt x="33863" y="170"/>
                </a:cubicBezTo>
                <a:cubicBezTo>
                  <a:pt x="33866" y="183"/>
                  <a:pt x="33867" y="197"/>
                  <a:pt x="33867" y="211"/>
                </a:cubicBezTo>
                <a:lnTo>
                  <a:pt x="33867" y="18839"/>
                </a:lnTo>
                <a:cubicBezTo>
                  <a:pt x="33867" y="18853"/>
                  <a:pt x="33866" y="18867"/>
                  <a:pt x="33863" y="18880"/>
                </a:cubicBezTo>
                <a:cubicBezTo>
                  <a:pt x="33860" y="18894"/>
                  <a:pt x="33856" y="18907"/>
                  <a:pt x="33851" y="18920"/>
                </a:cubicBezTo>
                <a:cubicBezTo>
                  <a:pt x="33846" y="18933"/>
                  <a:pt x="33839" y="18945"/>
                  <a:pt x="33831" y="18956"/>
                </a:cubicBezTo>
                <a:cubicBezTo>
                  <a:pt x="33824" y="18968"/>
                  <a:pt x="33815" y="18979"/>
                  <a:pt x="33805" y="18989"/>
                </a:cubicBezTo>
                <a:cubicBezTo>
                  <a:pt x="33795" y="18998"/>
                  <a:pt x="33785" y="19007"/>
                  <a:pt x="33773" y="19015"/>
                </a:cubicBezTo>
                <a:cubicBezTo>
                  <a:pt x="33762" y="19023"/>
                  <a:pt x="33749" y="19029"/>
                  <a:pt x="33736" y="19034"/>
                </a:cubicBezTo>
                <a:cubicBezTo>
                  <a:pt x="33724" y="19040"/>
                  <a:pt x="33710" y="19044"/>
                  <a:pt x="33697" y="19046"/>
                </a:cubicBezTo>
                <a:cubicBezTo>
                  <a:pt x="33683" y="19049"/>
                  <a:pt x="33669" y="19050"/>
                  <a:pt x="33656" y="19050"/>
                </a:cubicBezTo>
                <a:lnTo>
                  <a:pt x="211" y="19050"/>
                </a:lnTo>
                <a:cubicBezTo>
                  <a:pt x="197" y="19050"/>
                  <a:pt x="183" y="19049"/>
                  <a:pt x="170" y="19046"/>
                </a:cubicBezTo>
                <a:cubicBezTo>
                  <a:pt x="156" y="19044"/>
                  <a:pt x="143" y="19040"/>
                  <a:pt x="130" y="19034"/>
                </a:cubicBezTo>
                <a:cubicBezTo>
                  <a:pt x="117" y="19029"/>
                  <a:pt x="105" y="19023"/>
                  <a:pt x="94" y="19015"/>
                </a:cubicBezTo>
                <a:cubicBezTo>
                  <a:pt x="82" y="19007"/>
                  <a:pt x="71" y="18998"/>
                  <a:pt x="61" y="18989"/>
                </a:cubicBezTo>
                <a:cubicBezTo>
                  <a:pt x="52" y="18979"/>
                  <a:pt x="43" y="18968"/>
                  <a:pt x="35" y="18956"/>
                </a:cubicBezTo>
                <a:cubicBezTo>
                  <a:pt x="27" y="18945"/>
                  <a:pt x="21" y="18933"/>
                  <a:pt x="16" y="18920"/>
                </a:cubicBezTo>
                <a:cubicBezTo>
                  <a:pt x="10" y="18907"/>
                  <a:pt x="6" y="18894"/>
                  <a:pt x="4" y="18880"/>
                </a:cubicBezTo>
                <a:cubicBezTo>
                  <a:pt x="1" y="18866"/>
                  <a:pt x="0" y="18853"/>
                  <a:pt x="0" y="18839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任意多边形: 形状 362"/>
          <p:cNvSpPr/>
          <p:nvPr/>
        </p:nvSpPr>
        <p:spPr>
          <a:xfrm>
            <a:off x="571320" y="1552320"/>
            <a:ext cx="3495960" cy="3867480"/>
          </a:xfrm>
          <a:custGeom>
            <a:avLst/>
            <a:gdLst/>
            <a:ahLst/>
            <a:cxnLst/>
            <a:rect l="0" t="0" r="r" b="b"/>
            <a:pathLst>
              <a:path w="9711" h="10743">
                <a:moveTo>
                  <a:pt x="0" y="10426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80"/>
                  <a:pt x="24" y="164"/>
                </a:cubicBezTo>
                <a:cubicBezTo>
                  <a:pt x="32" y="147"/>
                  <a:pt x="42" y="132"/>
                  <a:pt x="54" y="118"/>
                </a:cubicBezTo>
                <a:cubicBezTo>
                  <a:pt x="65" y="103"/>
                  <a:pt x="78" y="90"/>
                  <a:pt x="93" y="78"/>
                </a:cubicBezTo>
                <a:cubicBezTo>
                  <a:pt x="108" y="65"/>
                  <a:pt x="124" y="54"/>
                  <a:pt x="141" y="45"/>
                </a:cubicBezTo>
                <a:cubicBezTo>
                  <a:pt x="158" y="35"/>
                  <a:pt x="177" y="27"/>
                  <a:pt x="196" y="20"/>
                </a:cubicBezTo>
                <a:cubicBezTo>
                  <a:pt x="215" y="14"/>
                  <a:pt x="235" y="9"/>
                  <a:pt x="256" y="5"/>
                </a:cubicBezTo>
                <a:cubicBezTo>
                  <a:pt x="276" y="2"/>
                  <a:pt x="297" y="0"/>
                  <a:pt x="317" y="0"/>
                </a:cubicBezTo>
                <a:lnTo>
                  <a:pt x="9394" y="0"/>
                </a:lnTo>
                <a:cubicBezTo>
                  <a:pt x="9415" y="0"/>
                  <a:pt x="9435" y="2"/>
                  <a:pt x="9456" y="5"/>
                </a:cubicBezTo>
                <a:cubicBezTo>
                  <a:pt x="9476" y="9"/>
                  <a:pt x="9496" y="14"/>
                  <a:pt x="9515" y="20"/>
                </a:cubicBezTo>
                <a:cubicBezTo>
                  <a:pt x="9534" y="27"/>
                  <a:pt x="9553" y="35"/>
                  <a:pt x="9570" y="45"/>
                </a:cubicBezTo>
                <a:cubicBezTo>
                  <a:pt x="9587" y="54"/>
                  <a:pt x="9603" y="65"/>
                  <a:pt x="9618" y="78"/>
                </a:cubicBezTo>
                <a:cubicBezTo>
                  <a:pt x="9633" y="90"/>
                  <a:pt x="9646" y="103"/>
                  <a:pt x="9658" y="118"/>
                </a:cubicBezTo>
                <a:cubicBezTo>
                  <a:pt x="9669" y="132"/>
                  <a:pt x="9679" y="147"/>
                  <a:pt x="9687" y="164"/>
                </a:cubicBezTo>
                <a:cubicBezTo>
                  <a:pt x="9695" y="180"/>
                  <a:pt x="9701" y="196"/>
                  <a:pt x="9705" y="213"/>
                </a:cubicBezTo>
                <a:cubicBezTo>
                  <a:pt x="9709" y="230"/>
                  <a:pt x="9711" y="247"/>
                  <a:pt x="9711" y="265"/>
                </a:cubicBezTo>
                <a:lnTo>
                  <a:pt x="9711" y="10426"/>
                </a:lnTo>
                <a:cubicBezTo>
                  <a:pt x="9711" y="10447"/>
                  <a:pt x="9709" y="10467"/>
                  <a:pt x="9705" y="10488"/>
                </a:cubicBezTo>
                <a:cubicBezTo>
                  <a:pt x="9701" y="10508"/>
                  <a:pt x="9695" y="10528"/>
                  <a:pt x="9687" y="10547"/>
                </a:cubicBezTo>
                <a:cubicBezTo>
                  <a:pt x="9679" y="10567"/>
                  <a:pt x="9669" y="10585"/>
                  <a:pt x="9658" y="10602"/>
                </a:cubicBezTo>
                <a:cubicBezTo>
                  <a:pt x="9646" y="10620"/>
                  <a:pt x="9633" y="10636"/>
                  <a:pt x="9618" y="10650"/>
                </a:cubicBezTo>
                <a:cubicBezTo>
                  <a:pt x="9603" y="10665"/>
                  <a:pt x="9587" y="10678"/>
                  <a:pt x="9570" y="10690"/>
                </a:cubicBezTo>
                <a:cubicBezTo>
                  <a:pt x="9553" y="10701"/>
                  <a:pt x="9534" y="10711"/>
                  <a:pt x="9515" y="10719"/>
                </a:cubicBezTo>
                <a:cubicBezTo>
                  <a:pt x="9496" y="10727"/>
                  <a:pt x="9476" y="10733"/>
                  <a:pt x="9456" y="10737"/>
                </a:cubicBezTo>
                <a:cubicBezTo>
                  <a:pt x="9435" y="10741"/>
                  <a:pt x="9415" y="10743"/>
                  <a:pt x="9394" y="10743"/>
                </a:cubicBezTo>
                <a:lnTo>
                  <a:pt x="317" y="10743"/>
                </a:lnTo>
                <a:cubicBezTo>
                  <a:pt x="297" y="10743"/>
                  <a:pt x="276" y="10741"/>
                  <a:pt x="256" y="10737"/>
                </a:cubicBezTo>
                <a:cubicBezTo>
                  <a:pt x="235" y="10733"/>
                  <a:pt x="215" y="10727"/>
                  <a:pt x="196" y="10719"/>
                </a:cubicBezTo>
                <a:cubicBezTo>
                  <a:pt x="177" y="10711"/>
                  <a:pt x="158" y="10701"/>
                  <a:pt x="141" y="10690"/>
                </a:cubicBezTo>
                <a:cubicBezTo>
                  <a:pt x="124" y="10678"/>
                  <a:pt x="108" y="10665"/>
                  <a:pt x="93" y="10650"/>
                </a:cubicBezTo>
                <a:cubicBezTo>
                  <a:pt x="78" y="10636"/>
                  <a:pt x="65" y="10620"/>
                  <a:pt x="54" y="10602"/>
                </a:cubicBezTo>
                <a:cubicBezTo>
                  <a:pt x="42" y="10585"/>
                  <a:pt x="32" y="10567"/>
                  <a:pt x="24" y="10547"/>
                </a:cubicBezTo>
                <a:cubicBezTo>
                  <a:pt x="16" y="10528"/>
                  <a:pt x="10" y="10508"/>
                  <a:pt x="6" y="10488"/>
                </a:cubicBezTo>
                <a:cubicBezTo>
                  <a:pt x="2" y="10467"/>
                  <a:pt x="0" y="10447"/>
                  <a:pt x="0" y="10426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任意多边形: 形状 363"/>
          <p:cNvSpPr/>
          <p:nvPr/>
        </p:nvSpPr>
        <p:spPr>
          <a:xfrm>
            <a:off x="571320" y="1533240"/>
            <a:ext cx="3495960" cy="114840"/>
          </a:xfrm>
          <a:custGeom>
            <a:avLst/>
            <a:gdLst/>
            <a:ahLst/>
            <a:cxnLst/>
            <a:rect l="0" t="0" r="r" b="b"/>
            <a:pathLst>
              <a:path w="9711" h="319">
                <a:moveTo>
                  <a:pt x="0" y="0"/>
                </a:moveTo>
                <a:lnTo>
                  <a:pt x="9711" y="0"/>
                </a:lnTo>
                <a:lnTo>
                  <a:pt x="9711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任意多边形: 形状 364"/>
          <p:cNvSpPr/>
          <p:nvPr/>
        </p:nvSpPr>
        <p:spPr>
          <a:xfrm>
            <a:off x="1981080" y="1857240"/>
            <a:ext cx="667080" cy="667080"/>
          </a:xfrm>
          <a:custGeom>
            <a:avLst/>
            <a:gdLst/>
            <a:ahLst/>
            <a:cxnLst/>
            <a:rect l="0" t="0" r="r" b="b"/>
            <a:pathLst>
              <a:path w="1853" h="1853">
                <a:moveTo>
                  <a:pt x="1853" y="926"/>
                </a:moveTo>
                <a:cubicBezTo>
                  <a:pt x="1853" y="956"/>
                  <a:pt x="1851" y="987"/>
                  <a:pt x="1848" y="1017"/>
                </a:cubicBezTo>
                <a:cubicBezTo>
                  <a:pt x="1845" y="1047"/>
                  <a:pt x="1841" y="1077"/>
                  <a:pt x="1835" y="1107"/>
                </a:cubicBezTo>
                <a:cubicBezTo>
                  <a:pt x="1829" y="1136"/>
                  <a:pt x="1822" y="1166"/>
                  <a:pt x="1813" y="1195"/>
                </a:cubicBezTo>
                <a:cubicBezTo>
                  <a:pt x="1804" y="1224"/>
                  <a:pt x="1794" y="1252"/>
                  <a:pt x="1782" y="1280"/>
                </a:cubicBezTo>
                <a:cubicBezTo>
                  <a:pt x="1771" y="1308"/>
                  <a:pt x="1758" y="1337"/>
                  <a:pt x="1744" y="1363"/>
                </a:cubicBezTo>
                <a:cubicBezTo>
                  <a:pt x="1729" y="1390"/>
                  <a:pt x="1714" y="1416"/>
                  <a:pt x="1697" y="1441"/>
                </a:cubicBezTo>
                <a:cubicBezTo>
                  <a:pt x="1680" y="1467"/>
                  <a:pt x="1662" y="1491"/>
                  <a:pt x="1643" y="1514"/>
                </a:cubicBezTo>
                <a:cubicBezTo>
                  <a:pt x="1623" y="1538"/>
                  <a:pt x="1603" y="1560"/>
                  <a:pt x="1582" y="1582"/>
                </a:cubicBezTo>
                <a:cubicBezTo>
                  <a:pt x="1560" y="1603"/>
                  <a:pt x="1538" y="1624"/>
                  <a:pt x="1514" y="1643"/>
                </a:cubicBezTo>
                <a:cubicBezTo>
                  <a:pt x="1491" y="1662"/>
                  <a:pt x="1467" y="1680"/>
                  <a:pt x="1441" y="1697"/>
                </a:cubicBezTo>
                <a:cubicBezTo>
                  <a:pt x="1416" y="1714"/>
                  <a:pt x="1390" y="1729"/>
                  <a:pt x="1363" y="1744"/>
                </a:cubicBezTo>
                <a:cubicBezTo>
                  <a:pt x="1337" y="1758"/>
                  <a:pt x="1309" y="1771"/>
                  <a:pt x="1281" y="1782"/>
                </a:cubicBezTo>
                <a:cubicBezTo>
                  <a:pt x="1253" y="1794"/>
                  <a:pt x="1225" y="1804"/>
                  <a:pt x="1196" y="1813"/>
                </a:cubicBezTo>
                <a:cubicBezTo>
                  <a:pt x="1167" y="1822"/>
                  <a:pt x="1137" y="1829"/>
                  <a:pt x="1108" y="1835"/>
                </a:cubicBezTo>
                <a:cubicBezTo>
                  <a:pt x="1078" y="1841"/>
                  <a:pt x="1048" y="1846"/>
                  <a:pt x="1018" y="1848"/>
                </a:cubicBezTo>
                <a:cubicBezTo>
                  <a:pt x="987" y="1851"/>
                  <a:pt x="956" y="1853"/>
                  <a:pt x="926" y="1853"/>
                </a:cubicBezTo>
                <a:cubicBezTo>
                  <a:pt x="896" y="1853"/>
                  <a:pt x="865" y="1851"/>
                  <a:pt x="835" y="1848"/>
                </a:cubicBezTo>
                <a:cubicBezTo>
                  <a:pt x="805" y="1846"/>
                  <a:pt x="775" y="1841"/>
                  <a:pt x="745" y="1835"/>
                </a:cubicBezTo>
                <a:cubicBezTo>
                  <a:pt x="715" y="1829"/>
                  <a:pt x="686" y="1822"/>
                  <a:pt x="657" y="1813"/>
                </a:cubicBezTo>
                <a:cubicBezTo>
                  <a:pt x="628" y="1804"/>
                  <a:pt x="600" y="1794"/>
                  <a:pt x="571" y="1782"/>
                </a:cubicBezTo>
                <a:cubicBezTo>
                  <a:pt x="543" y="1771"/>
                  <a:pt x="516" y="1758"/>
                  <a:pt x="489" y="1744"/>
                </a:cubicBezTo>
                <a:cubicBezTo>
                  <a:pt x="463" y="1729"/>
                  <a:pt x="437" y="1714"/>
                  <a:pt x="411" y="1697"/>
                </a:cubicBezTo>
                <a:cubicBezTo>
                  <a:pt x="386" y="1680"/>
                  <a:pt x="362" y="1662"/>
                  <a:pt x="338" y="1643"/>
                </a:cubicBezTo>
                <a:cubicBezTo>
                  <a:pt x="315" y="1624"/>
                  <a:pt x="293" y="1603"/>
                  <a:pt x="271" y="1582"/>
                </a:cubicBezTo>
                <a:cubicBezTo>
                  <a:pt x="250" y="1560"/>
                  <a:pt x="229" y="1538"/>
                  <a:pt x="210" y="1514"/>
                </a:cubicBezTo>
                <a:cubicBezTo>
                  <a:pt x="191" y="1491"/>
                  <a:pt x="173" y="1467"/>
                  <a:pt x="156" y="1441"/>
                </a:cubicBezTo>
                <a:cubicBezTo>
                  <a:pt x="139" y="1416"/>
                  <a:pt x="123" y="1390"/>
                  <a:pt x="109" y="1363"/>
                </a:cubicBezTo>
                <a:cubicBezTo>
                  <a:pt x="95" y="1337"/>
                  <a:pt x="82" y="1308"/>
                  <a:pt x="70" y="1280"/>
                </a:cubicBezTo>
                <a:cubicBezTo>
                  <a:pt x="59" y="1252"/>
                  <a:pt x="49" y="1224"/>
                  <a:pt x="40" y="1195"/>
                </a:cubicBezTo>
                <a:cubicBezTo>
                  <a:pt x="31" y="1166"/>
                  <a:pt x="24" y="1136"/>
                  <a:pt x="18" y="1107"/>
                </a:cubicBezTo>
                <a:cubicBezTo>
                  <a:pt x="12" y="1077"/>
                  <a:pt x="7" y="1047"/>
                  <a:pt x="4" y="1017"/>
                </a:cubicBezTo>
                <a:cubicBezTo>
                  <a:pt x="1" y="987"/>
                  <a:pt x="0" y="956"/>
                  <a:pt x="0" y="926"/>
                </a:cubicBezTo>
                <a:cubicBezTo>
                  <a:pt x="0" y="896"/>
                  <a:pt x="1" y="865"/>
                  <a:pt x="4" y="835"/>
                </a:cubicBezTo>
                <a:cubicBezTo>
                  <a:pt x="7" y="805"/>
                  <a:pt x="12" y="775"/>
                  <a:pt x="18" y="745"/>
                </a:cubicBezTo>
                <a:cubicBezTo>
                  <a:pt x="24" y="716"/>
                  <a:pt x="31" y="686"/>
                  <a:pt x="40" y="657"/>
                </a:cubicBezTo>
                <a:cubicBezTo>
                  <a:pt x="49" y="628"/>
                  <a:pt x="59" y="600"/>
                  <a:pt x="70" y="572"/>
                </a:cubicBezTo>
                <a:cubicBezTo>
                  <a:pt x="82" y="544"/>
                  <a:pt x="95" y="516"/>
                  <a:pt x="109" y="489"/>
                </a:cubicBezTo>
                <a:cubicBezTo>
                  <a:pt x="123" y="463"/>
                  <a:pt x="139" y="437"/>
                  <a:pt x="156" y="411"/>
                </a:cubicBezTo>
                <a:cubicBezTo>
                  <a:pt x="173" y="386"/>
                  <a:pt x="191" y="362"/>
                  <a:pt x="210" y="338"/>
                </a:cubicBezTo>
                <a:cubicBezTo>
                  <a:pt x="229" y="315"/>
                  <a:pt x="250" y="293"/>
                  <a:pt x="271" y="271"/>
                </a:cubicBezTo>
                <a:cubicBezTo>
                  <a:pt x="293" y="250"/>
                  <a:pt x="315" y="229"/>
                  <a:pt x="338" y="210"/>
                </a:cubicBezTo>
                <a:cubicBezTo>
                  <a:pt x="362" y="191"/>
                  <a:pt x="386" y="173"/>
                  <a:pt x="411" y="156"/>
                </a:cubicBezTo>
                <a:cubicBezTo>
                  <a:pt x="437" y="139"/>
                  <a:pt x="463" y="124"/>
                  <a:pt x="489" y="109"/>
                </a:cubicBezTo>
                <a:cubicBezTo>
                  <a:pt x="516" y="95"/>
                  <a:pt x="543" y="82"/>
                  <a:pt x="571" y="70"/>
                </a:cubicBezTo>
                <a:cubicBezTo>
                  <a:pt x="600" y="59"/>
                  <a:pt x="628" y="49"/>
                  <a:pt x="657" y="40"/>
                </a:cubicBezTo>
                <a:cubicBezTo>
                  <a:pt x="686" y="31"/>
                  <a:pt x="715" y="24"/>
                  <a:pt x="745" y="18"/>
                </a:cubicBezTo>
                <a:cubicBezTo>
                  <a:pt x="775" y="12"/>
                  <a:pt x="805" y="7"/>
                  <a:pt x="835" y="4"/>
                </a:cubicBezTo>
                <a:cubicBezTo>
                  <a:pt x="865" y="1"/>
                  <a:pt x="896" y="0"/>
                  <a:pt x="926" y="0"/>
                </a:cubicBezTo>
                <a:cubicBezTo>
                  <a:pt x="956" y="0"/>
                  <a:pt x="987" y="1"/>
                  <a:pt x="1018" y="4"/>
                </a:cubicBezTo>
                <a:cubicBezTo>
                  <a:pt x="1048" y="7"/>
                  <a:pt x="1078" y="12"/>
                  <a:pt x="1108" y="18"/>
                </a:cubicBezTo>
                <a:cubicBezTo>
                  <a:pt x="1137" y="24"/>
                  <a:pt x="1167" y="31"/>
                  <a:pt x="1196" y="40"/>
                </a:cubicBezTo>
                <a:cubicBezTo>
                  <a:pt x="1225" y="49"/>
                  <a:pt x="1253" y="59"/>
                  <a:pt x="1281" y="70"/>
                </a:cubicBezTo>
                <a:cubicBezTo>
                  <a:pt x="1309" y="82"/>
                  <a:pt x="1337" y="95"/>
                  <a:pt x="1363" y="109"/>
                </a:cubicBezTo>
                <a:cubicBezTo>
                  <a:pt x="1390" y="124"/>
                  <a:pt x="1416" y="139"/>
                  <a:pt x="1441" y="156"/>
                </a:cubicBezTo>
                <a:cubicBezTo>
                  <a:pt x="1467" y="173"/>
                  <a:pt x="1491" y="191"/>
                  <a:pt x="1514" y="210"/>
                </a:cubicBezTo>
                <a:cubicBezTo>
                  <a:pt x="1538" y="229"/>
                  <a:pt x="1560" y="250"/>
                  <a:pt x="1582" y="271"/>
                </a:cubicBezTo>
                <a:cubicBezTo>
                  <a:pt x="1603" y="293"/>
                  <a:pt x="1623" y="315"/>
                  <a:pt x="1643" y="338"/>
                </a:cubicBezTo>
                <a:cubicBezTo>
                  <a:pt x="1662" y="362"/>
                  <a:pt x="1680" y="386"/>
                  <a:pt x="1697" y="411"/>
                </a:cubicBezTo>
                <a:cubicBezTo>
                  <a:pt x="1714" y="437"/>
                  <a:pt x="1729" y="463"/>
                  <a:pt x="1744" y="489"/>
                </a:cubicBezTo>
                <a:cubicBezTo>
                  <a:pt x="1758" y="516"/>
                  <a:pt x="1771" y="544"/>
                  <a:pt x="1782" y="572"/>
                </a:cubicBezTo>
                <a:cubicBezTo>
                  <a:pt x="1794" y="600"/>
                  <a:pt x="1804" y="628"/>
                  <a:pt x="1813" y="657"/>
                </a:cubicBezTo>
                <a:cubicBezTo>
                  <a:pt x="1822" y="686"/>
                  <a:pt x="1829" y="716"/>
                  <a:pt x="1835" y="745"/>
                </a:cubicBezTo>
                <a:cubicBezTo>
                  <a:pt x="1841" y="775"/>
                  <a:pt x="1845" y="805"/>
                  <a:pt x="1848" y="835"/>
                </a:cubicBezTo>
                <a:cubicBezTo>
                  <a:pt x="1851" y="865"/>
                  <a:pt x="1853" y="896"/>
                  <a:pt x="1853" y="926"/>
                </a:cubicBezTo>
                <a:close/>
              </a:path>
            </a:pathLst>
          </a:custGeom>
          <a:solidFill>
            <a:srgbClr val="E6EE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文本框 365"/>
          <p:cNvSpPr txBox="1"/>
          <p:nvPr/>
        </p:nvSpPr>
        <p:spPr>
          <a:xfrm>
            <a:off x="4662360" y="381240"/>
            <a:ext cx="1677960" cy="4651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315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商业模式与推⼴</a:t>
            </a:r>
            <a:endParaRPr lang="en-US" sz="31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文本框 366"/>
          <p:cNvSpPr txBox="1"/>
          <p:nvPr/>
        </p:nvSpPr>
        <p:spPr>
          <a:xfrm>
            <a:off x="2127600" y="2012760"/>
            <a:ext cx="30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💰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任意多边形: 形状 367"/>
          <p:cNvSpPr/>
          <p:nvPr/>
        </p:nvSpPr>
        <p:spPr>
          <a:xfrm>
            <a:off x="4352760" y="1552320"/>
            <a:ext cx="3486600" cy="3867480"/>
          </a:xfrm>
          <a:custGeom>
            <a:avLst/>
            <a:gdLst/>
            <a:ahLst/>
            <a:cxnLst/>
            <a:rect l="0" t="0" r="r" b="b"/>
            <a:pathLst>
              <a:path w="9685" h="10743">
                <a:moveTo>
                  <a:pt x="0" y="10426"/>
                </a:moveTo>
                <a:lnTo>
                  <a:pt x="0" y="265"/>
                </a:lnTo>
                <a:cubicBezTo>
                  <a:pt x="0" y="247"/>
                  <a:pt x="2" y="230"/>
                  <a:pt x="6" y="213"/>
                </a:cubicBezTo>
                <a:cubicBezTo>
                  <a:pt x="10" y="196"/>
                  <a:pt x="16" y="180"/>
                  <a:pt x="24" y="164"/>
                </a:cubicBezTo>
                <a:cubicBezTo>
                  <a:pt x="32" y="147"/>
                  <a:pt x="42" y="132"/>
                  <a:pt x="53" y="118"/>
                </a:cubicBezTo>
                <a:cubicBezTo>
                  <a:pt x="65" y="103"/>
                  <a:pt x="78" y="90"/>
                  <a:pt x="93" y="78"/>
                </a:cubicBezTo>
                <a:cubicBezTo>
                  <a:pt x="108" y="65"/>
                  <a:pt x="124" y="54"/>
                  <a:pt x="141" y="45"/>
                </a:cubicBezTo>
                <a:cubicBezTo>
                  <a:pt x="158" y="35"/>
                  <a:pt x="177" y="27"/>
                  <a:pt x="196" y="20"/>
                </a:cubicBezTo>
                <a:cubicBezTo>
                  <a:pt x="215" y="14"/>
                  <a:pt x="235" y="9"/>
                  <a:pt x="256" y="5"/>
                </a:cubicBezTo>
                <a:cubicBezTo>
                  <a:pt x="276" y="2"/>
                  <a:pt x="297" y="0"/>
                  <a:pt x="317" y="0"/>
                </a:cubicBezTo>
                <a:lnTo>
                  <a:pt x="9367" y="0"/>
                </a:lnTo>
                <a:cubicBezTo>
                  <a:pt x="9388" y="0"/>
                  <a:pt x="9409" y="2"/>
                  <a:pt x="9429" y="5"/>
                </a:cubicBezTo>
                <a:cubicBezTo>
                  <a:pt x="9450" y="9"/>
                  <a:pt x="9469" y="14"/>
                  <a:pt x="9489" y="20"/>
                </a:cubicBezTo>
                <a:cubicBezTo>
                  <a:pt x="9508" y="27"/>
                  <a:pt x="9526" y="35"/>
                  <a:pt x="9544" y="45"/>
                </a:cubicBezTo>
                <a:cubicBezTo>
                  <a:pt x="9561" y="54"/>
                  <a:pt x="9577" y="65"/>
                  <a:pt x="9592" y="78"/>
                </a:cubicBezTo>
                <a:cubicBezTo>
                  <a:pt x="9606" y="90"/>
                  <a:pt x="9620" y="103"/>
                  <a:pt x="9631" y="118"/>
                </a:cubicBezTo>
                <a:cubicBezTo>
                  <a:pt x="9643" y="132"/>
                  <a:pt x="9653" y="147"/>
                  <a:pt x="9661" y="164"/>
                </a:cubicBezTo>
                <a:cubicBezTo>
                  <a:pt x="9669" y="180"/>
                  <a:pt x="9675" y="196"/>
                  <a:pt x="9679" y="213"/>
                </a:cubicBezTo>
                <a:cubicBezTo>
                  <a:pt x="9683" y="230"/>
                  <a:pt x="9685" y="247"/>
                  <a:pt x="9685" y="265"/>
                </a:cubicBezTo>
                <a:lnTo>
                  <a:pt x="9685" y="10426"/>
                </a:lnTo>
                <a:cubicBezTo>
                  <a:pt x="9685" y="10447"/>
                  <a:pt x="9683" y="10467"/>
                  <a:pt x="9679" y="10488"/>
                </a:cubicBezTo>
                <a:cubicBezTo>
                  <a:pt x="9675" y="10508"/>
                  <a:pt x="9669" y="10528"/>
                  <a:pt x="9661" y="10547"/>
                </a:cubicBezTo>
                <a:cubicBezTo>
                  <a:pt x="9653" y="10567"/>
                  <a:pt x="9643" y="10585"/>
                  <a:pt x="9631" y="10602"/>
                </a:cubicBezTo>
                <a:cubicBezTo>
                  <a:pt x="9620" y="10620"/>
                  <a:pt x="9606" y="10636"/>
                  <a:pt x="9592" y="10650"/>
                </a:cubicBezTo>
                <a:cubicBezTo>
                  <a:pt x="9577" y="10665"/>
                  <a:pt x="9561" y="10678"/>
                  <a:pt x="9544" y="10690"/>
                </a:cubicBezTo>
                <a:cubicBezTo>
                  <a:pt x="9526" y="10701"/>
                  <a:pt x="9508" y="10711"/>
                  <a:pt x="9489" y="10719"/>
                </a:cubicBezTo>
                <a:cubicBezTo>
                  <a:pt x="9469" y="10727"/>
                  <a:pt x="9450" y="10733"/>
                  <a:pt x="9429" y="10737"/>
                </a:cubicBezTo>
                <a:cubicBezTo>
                  <a:pt x="9409" y="10741"/>
                  <a:pt x="9388" y="10743"/>
                  <a:pt x="9367" y="10743"/>
                </a:cubicBezTo>
                <a:lnTo>
                  <a:pt x="317" y="10743"/>
                </a:lnTo>
                <a:cubicBezTo>
                  <a:pt x="297" y="10743"/>
                  <a:pt x="276" y="10741"/>
                  <a:pt x="256" y="10737"/>
                </a:cubicBezTo>
                <a:cubicBezTo>
                  <a:pt x="235" y="10733"/>
                  <a:pt x="215" y="10727"/>
                  <a:pt x="196" y="10719"/>
                </a:cubicBezTo>
                <a:cubicBezTo>
                  <a:pt x="177" y="10711"/>
                  <a:pt x="158" y="10701"/>
                  <a:pt x="141" y="10690"/>
                </a:cubicBezTo>
                <a:cubicBezTo>
                  <a:pt x="124" y="10678"/>
                  <a:pt x="108" y="10665"/>
                  <a:pt x="93" y="10650"/>
                </a:cubicBezTo>
                <a:cubicBezTo>
                  <a:pt x="78" y="10636"/>
                  <a:pt x="65" y="10620"/>
                  <a:pt x="53" y="10602"/>
                </a:cubicBezTo>
                <a:cubicBezTo>
                  <a:pt x="42" y="10585"/>
                  <a:pt x="32" y="10567"/>
                  <a:pt x="24" y="10547"/>
                </a:cubicBezTo>
                <a:cubicBezTo>
                  <a:pt x="16" y="10528"/>
                  <a:pt x="10" y="10508"/>
                  <a:pt x="6" y="10488"/>
                </a:cubicBezTo>
                <a:cubicBezTo>
                  <a:pt x="2" y="10467"/>
                  <a:pt x="0" y="10447"/>
                  <a:pt x="0" y="10426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任意多边形: 形状 368"/>
          <p:cNvSpPr/>
          <p:nvPr/>
        </p:nvSpPr>
        <p:spPr>
          <a:xfrm>
            <a:off x="4352760" y="1533240"/>
            <a:ext cx="3486600" cy="114840"/>
          </a:xfrm>
          <a:custGeom>
            <a:avLst/>
            <a:gdLst/>
            <a:ahLst/>
            <a:cxnLst/>
            <a:rect l="0" t="0" r="r" b="b"/>
            <a:pathLst>
              <a:path w="9685" h="319">
                <a:moveTo>
                  <a:pt x="0" y="0"/>
                </a:moveTo>
                <a:lnTo>
                  <a:pt x="9685" y="0"/>
                </a:lnTo>
                <a:lnTo>
                  <a:pt x="9685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任意多边形: 形状 369"/>
          <p:cNvSpPr/>
          <p:nvPr/>
        </p:nvSpPr>
        <p:spPr>
          <a:xfrm>
            <a:off x="5762520" y="1857240"/>
            <a:ext cx="667080" cy="667080"/>
          </a:xfrm>
          <a:custGeom>
            <a:avLst/>
            <a:gdLst/>
            <a:ahLst/>
            <a:cxnLst/>
            <a:rect l="0" t="0" r="r" b="b"/>
            <a:pathLst>
              <a:path w="1853" h="1853">
                <a:moveTo>
                  <a:pt x="1853" y="926"/>
                </a:moveTo>
                <a:cubicBezTo>
                  <a:pt x="1853" y="956"/>
                  <a:pt x="1851" y="987"/>
                  <a:pt x="1848" y="1017"/>
                </a:cubicBezTo>
                <a:cubicBezTo>
                  <a:pt x="1845" y="1047"/>
                  <a:pt x="1841" y="1077"/>
                  <a:pt x="1835" y="1107"/>
                </a:cubicBezTo>
                <a:cubicBezTo>
                  <a:pt x="1829" y="1136"/>
                  <a:pt x="1822" y="1166"/>
                  <a:pt x="1813" y="1195"/>
                </a:cubicBezTo>
                <a:cubicBezTo>
                  <a:pt x="1804" y="1224"/>
                  <a:pt x="1794" y="1252"/>
                  <a:pt x="1782" y="1280"/>
                </a:cubicBezTo>
                <a:cubicBezTo>
                  <a:pt x="1771" y="1308"/>
                  <a:pt x="1758" y="1337"/>
                  <a:pt x="1744" y="1363"/>
                </a:cubicBezTo>
                <a:cubicBezTo>
                  <a:pt x="1729" y="1390"/>
                  <a:pt x="1714" y="1416"/>
                  <a:pt x="1697" y="1441"/>
                </a:cubicBezTo>
                <a:cubicBezTo>
                  <a:pt x="1680" y="1467"/>
                  <a:pt x="1662" y="1491"/>
                  <a:pt x="1643" y="1514"/>
                </a:cubicBezTo>
                <a:cubicBezTo>
                  <a:pt x="1623" y="1538"/>
                  <a:pt x="1603" y="1560"/>
                  <a:pt x="1581" y="1582"/>
                </a:cubicBezTo>
                <a:cubicBezTo>
                  <a:pt x="1559" y="1603"/>
                  <a:pt x="1537" y="1624"/>
                  <a:pt x="1513" y="1643"/>
                </a:cubicBezTo>
                <a:cubicBezTo>
                  <a:pt x="1490" y="1662"/>
                  <a:pt x="1466" y="1680"/>
                  <a:pt x="1440" y="1697"/>
                </a:cubicBezTo>
                <a:cubicBezTo>
                  <a:pt x="1415" y="1714"/>
                  <a:pt x="1389" y="1729"/>
                  <a:pt x="1362" y="1744"/>
                </a:cubicBezTo>
                <a:cubicBezTo>
                  <a:pt x="1336" y="1758"/>
                  <a:pt x="1308" y="1771"/>
                  <a:pt x="1280" y="1782"/>
                </a:cubicBezTo>
                <a:cubicBezTo>
                  <a:pt x="1252" y="1794"/>
                  <a:pt x="1224" y="1804"/>
                  <a:pt x="1195" y="1813"/>
                </a:cubicBezTo>
                <a:cubicBezTo>
                  <a:pt x="1166" y="1822"/>
                  <a:pt x="1136" y="1829"/>
                  <a:pt x="1106" y="1835"/>
                </a:cubicBezTo>
                <a:cubicBezTo>
                  <a:pt x="1077" y="1841"/>
                  <a:pt x="1047" y="1846"/>
                  <a:pt x="1017" y="1848"/>
                </a:cubicBezTo>
                <a:cubicBezTo>
                  <a:pt x="986" y="1851"/>
                  <a:pt x="956" y="1853"/>
                  <a:pt x="926" y="1853"/>
                </a:cubicBezTo>
                <a:cubicBezTo>
                  <a:pt x="896" y="1853"/>
                  <a:pt x="865" y="1851"/>
                  <a:pt x="835" y="1848"/>
                </a:cubicBezTo>
                <a:cubicBezTo>
                  <a:pt x="805" y="1846"/>
                  <a:pt x="775" y="1841"/>
                  <a:pt x="745" y="1835"/>
                </a:cubicBezTo>
                <a:cubicBezTo>
                  <a:pt x="715" y="1829"/>
                  <a:pt x="686" y="1822"/>
                  <a:pt x="657" y="1813"/>
                </a:cubicBezTo>
                <a:cubicBezTo>
                  <a:pt x="628" y="1804"/>
                  <a:pt x="599" y="1794"/>
                  <a:pt x="571" y="1782"/>
                </a:cubicBezTo>
                <a:cubicBezTo>
                  <a:pt x="543" y="1771"/>
                  <a:pt x="516" y="1758"/>
                  <a:pt x="489" y="1744"/>
                </a:cubicBezTo>
                <a:cubicBezTo>
                  <a:pt x="463" y="1729"/>
                  <a:pt x="437" y="1714"/>
                  <a:pt x="411" y="1697"/>
                </a:cubicBezTo>
                <a:cubicBezTo>
                  <a:pt x="386" y="1680"/>
                  <a:pt x="362" y="1662"/>
                  <a:pt x="338" y="1643"/>
                </a:cubicBezTo>
                <a:cubicBezTo>
                  <a:pt x="315" y="1624"/>
                  <a:pt x="292" y="1603"/>
                  <a:pt x="271" y="1582"/>
                </a:cubicBezTo>
                <a:cubicBezTo>
                  <a:pt x="250" y="1560"/>
                  <a:pt x="229" y="1538"/>
                  <a:pt x="210" y="1514"/>
                </a:cubicBezTo>
                <a:cubicBezTo>
                  <a:pt x="191" y="1491"/>
                  <a:pt x="173" y="1467"/>
                  <a:pt x="156" y="1441"/>
                </a:cubicBezTo>
                <a:cubicBezTo>
                  <a:pt x="139" y="1416"/>
                  <a:pt x="123" y="1390"/>
                  <a:pt x="109" y="1363"/>
                </a:cubicBezTo>
                <a:cubicBezTo>
                  <a:pt x="95" y="1337"/>
                  <a:pt x="82" y="1308"/>
                  <a:pt x="70" y="1280"/>
                </a:cubicBezTo>
                <a:cubicBezTo>
                  <a:pt x="59" y="1252"/>
                  <a:pt x="48" y="1224"/>
                  <a:pt x="40" y="1195"/>
                </a:cubicBezTo>
                <a:cubicBezTo>
                  <a:pt x="31" y="1166"/>
                  <a:pt x="24" y="1136"/>
                  <a:pt x="18" y="1107"/>
                </a:cubicBezTo>
                <a:cubicBezTo>
                  <a:pt x="12" y="1077"/>
                  <a:pt x="7" y="1047"/>
                  <a:pt x="4" y="1017"/>
                </a:cubicBezTo>
                <a:cubicBezTo>
                  <a:pt x="1" y="987"/>
                  <a:pt x="0" y="956"/>
                  <a:pt x="0" y="926"/>
                </a:cubicBezTo>
                <a:cubicBezTo>
                  <a:pt x="0" y="896"/>
                  <a:pt x="1" y="865"/>
                  <a:pt x="4" y="835"/>
                </a:cubicBezTo>
                <a:cubicBezTo>
                  <a:pt x="7" y="805"/>
                  <a:pt x="12" y="775"/>
                  <a:pt x="18" y="745"/>
                </a:cubicBezTo>
                <a:cubicBezTo>
                  <a:pt x="24" y="716"/>
                  <a:pt x="31" y="686"/>
                  <a:pt x="40" y="657"/>
                </a:cubicBezTo>
                <a:cubicBezTo>
                  <a:pt x="48" y="628"/>
                  <a:pt x="59" y="600"/>
                  <a:pt x="70" y="572"/>
                </a:cubicBezTo>
                <a:cubicBezTo>
                  <a:pt x="82" y="544"/>
                  <a:pt x="95" y="516"/>
                  <a:pt x="109" y="489"/>
                </a:cubicBezTo>
                <a:cubicBezTo>
                  <a:pt x="123" y="463"/>
                  <a:pt x="139" y="437"/>
                  <a:pt x="156" y="411"/>
                </a:cubicBezTo>
                <a:cubicBezTo>
                  <a:pt x="173" y="386"/>
                  <a:pt x="191" y="362"/>
                  <a:pt x="210" y="338"/>
                </a:cubicBezTo>
                <a:cubicBezTo>
                  <a:pt x="229" y="315"/>
                  <a:pt x="250" y="293"/>
                  <a:pt x="271" y="271"/>
                </a:cubicBezTo>
                <a:cubicBezTo>
                  <a:pt x="292" y="250"/>
                  <a:pt x="315" y="229"/>
                  <a:pt x="338" y="210"/>
                </a:cubicBezTo>
                <a:cubicBezTo>
                  <a:pt x="362" y="191"/>
                  <a:pt x="386" y="173"/>
                  <a:pt x="411" y="156"/>
                </a:cubicBezTo>
                <a:cubicBezTo>
                  <a:pt x="437" y="139"/>
                  <a:pt x="463" y="124"/>
                  <a:pt x="489" y="109"/>
                </a:cubicBezTo>
                <a:cubicBezTo>
                  <a:pt x="516" y="95"/>
                  <a:pt x="543" y="82"/>
                  <a:pt x="571" y="70"/>
                </a:cubicBezTo>
                <a:cubicBezTo>
                  <a:pt x="599" y="59"/>
                  <a:pt x="628" y="49"/>
                  <a:pt x="657" y="40"/>
                </a:cubicBezTo>
                <a:cubicBezTo>
                  <a:pt x="686" y="31"/>
                  <a:pt x="715" y="24"/>
                  <a:pt x="745" y="18"/>
                </a:cubicBezTo>
                <a:cubicBezTo>
                  <a:pt x="775" y="12"/>
                  <a:pt x="805" y="7"/>
                  <a:pt x="835" y="4"/>
                </a:cubicBezTo>
                <a:cubicBezTo>
                  <a:pt x="865" y="1"/>
                  <a:pt x="896" y="0"/>
                  <a:pt x="926" y="0"/>
                </a:cubicBezTo>
                <a:cubicBezTo>
                  <a:pt x="956" y="0"/>
                  <a:pt x="986" y="1"/>
                  <a:pt x="1017" y="4"/>
                </a:cubicBezTo>
                <a:cubicBezTo>
                  <a:pt x="1047" y="7"/>
                  <a:pt x="1077" y="12"/>
                  <a:pt x="1106" y="18"/>
                </a:cubicBezTo>
                <a:cubicBezTo>
                  <a:pt x="1136" y="24"/>
                  <a:pt x="1166" y="31"/>
                  <a:pt x="1195" y="40"/>
                </a:cubicBezTo>
                <a:cubicBezTo>
                  <a:pt x="1224" y="49"/>
                  <a:pt x="1252" y="59"/>
                  <a:pt x="1280" y="70"/>
                </a:cubicBezTo>
                <a:cubicBezTo>
                  <a:pt x="1308" y="82"/>
                  <a:pt x="1336" y="95"/>
                  <a:pt x="1362" y="109"/>
                </a:cubicBezTo>
                <a:cubicBezTo>
                  <a:pt x="1389" y="124"/>
                  <a:pt x="1415" y="139"/>
                  <a:pt x="1440" y="156"/>
                </a:cubicBezTo>
                <a:cubicBezTo>
                  <a:pt x="1466" y="173"/>
                  <a:pt x="1490" y="191"/>
                  <a:pt x="1513" y="210"/>
                </a:cubicBezTo>
                <a:cubicBezTo>
                  <a:pt x="1537" y="229"/>
                  <a:pt x="1559" y="250"/>
                  <a:pt x="1581" y="271"/>
                </a:cubicBezTo>
                <a:cubicBezTo>
                  <a:pt x="1603" y="293"/>
                  <a:pt x="1623" y="315"/>
                  <a:pt x="1643" y="338"/>
                </a:cubicBezTo>
                <a:cubicBezTo>
                  <a:pt x="1662" y="362"/>
                  <a:pt x="1680" y="386"/>
                  <a:pt x="1697" y="411"/>
                </a:cubicBezTo>
                <a:cubicBezTo>
                  <a:pt x="1714" y="437"/>
                  <a:pt x="1729" y="463"/>
                  <a:pt x="1744" y="489"/>
                </a:cubicBezTo>
                <a:cubicBezTo>
                  <a:pt x="1758" y="516"/>
                  <a:pt x="1771" y="544"/>
                  <a:pt x="1782" y="572"/>
                </a:cubicBezTo>
                <a:cubicBezTo>
                  <a:pt x="1794" y="600"/>
                  <a:pt x="1804" y="628"/>
                  <a:pt x="1813" y="657"/>
                </a:cubicBezTo>
                <a:cubicBezTo>
                  <a:pt x="1822" y="686"/>
                  <a:pt x="1829" y="716"/>
                  <a:pt x="1835" y="745"/>
                </a:cubicBezTo>
                <a:cubicBezTo>
                  <a:pt x="1841" y="775"/>
                  <a:pt x="1845" y="805"/>
                  <a:pt x="1848" y="835"/>
                </a:cubicBezTo>
                <a:cubicBezTo>
                  <a:pt x="1851" y="865"/>
                  <a:pt x="1853" y="896"/>
                  <a:pt x="1853" y="926"/>
                </a:cubicBezTo>
                <a:close/>
              </a:path>
            </a:pathLst>
          </a:custGeom>
          <a:solidFill>
            <a:srgbClr val="E6EE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文本框 370"/>
          <p:cNvSpPr txBox="1"/>
          <p:nvPr/>
        </p:nvSpPr>
        <p:spPr>
          <a:xfrm>
            <a:off x="1517400" y="3038760"/>
            <a:ext cx="96084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免费增值模式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文本框 371"/>
          <p:cNvSpPr txBox="1"/>
          <p:nvPr/>
        </p:nvSpPr>
        <p:spPr>
          <a:xfrm>
            <a:off x="5905800" y="2012760"/>
            <a:ext cx="30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任意多边形: 形状 372"/>
          <p:cNvSpPr/>
          <p:nvPr/>
        </p:nvSpPr>
        <p:spPr>
          <a:xfrm>
            <a:off x="8124480" y="1552320"/>
            <a:ext cx="3496320" cy="3867480"/>
          </a:xfrm>
          <a:custGeom>
            <a:avLst/>
            <a:gdLst/>
            <a:ahLst/>
            <a:cxnLst/>
            <a:rect l="0" t="0" r="r" b="b"/>
            <a:pathLst>
              <a:path w="9712" h="10743">
                <a:moveTo>
                  <a:pt x="0" y="10426"/>
                </a:moveTo>
                <a:lnTo>
                  <a:pt x="0" y="265"/>
                </a:lnTo>
                <a:cubicBezTo>
                  <a:pt x="0" y="247"/>
                  <a:pt x="2" y="230"/>
                  <a:pt x="7" y="213"/>
                </a:cubicBezTo>
                <a:cubicBezTo>
                  <a:pt x="11" y="196"/>
                  <a:pt x="17" y="180"/>
                  <a:pt x="25" y="164"/>
                </a:cubicBezTo>
                <a:cubicBezTo>
                  <a:pt x="33" y="147"/>
                  <a:pt x="42" y="132"/>
                  <a:pt x="54" y="118"/>
                </a:cubicBezTo>
                <a:cubicBezTo>
                  <a:pt x="66" y="103"/>
                  <a:pt x="79" y="90"/>
                  <a:pt x="93" y="78"/>
                </a:cubicBezTo>
                <a:cubicBezTo>
                  <a:pt x="108" y="65"/>
                  <a:pt x="124" y="54"/>
                  <a:pt x="142" y="45"/>
                </a:cubicBezTo>
                <a:cubicBezTo>
                  <a:pt x="159" y="35"/>
                  <a:pt x="177" y="27"/>
                  <a:pt x="196" y="20"/>
                </a:cubicBezTo>
                <a:cubicBezTo>
                  <a:pt x="216" y="14"/>
                  <a:pt x="236" y="9"/>
                  <a:pt x="256" y="5"/>
                </a:cubicBezTo>
                <a:cubicBezTo>
                  <a:pt x="276" y="2"/>
                  <a:pt x="297" y="0"/>
                  <a:pt x="318" y="0"/>
                </a:cubicBezTo>
                <a:lnTo>
                  <a:pt x="9394" y="0"/>
                </a:lnTo>
                <a:cubicBezTo>
                  <a:pt x="9415" y="0"/>
                  <a:pt x="9436" y="2"/>
                  <a:pt x="9456" y="5"/>
                </a:cubicBezTo>
                <a:cubicBezTo>
                  <a:pt x="9477" y="9"/>
                  <a:pt x="9496" y="14"/>
                  <a:pt x="9516" y="20"/>
                </a:cubicBezTo>
                <a:cubicBezTo>
                  <a:pt x="9535" y="27"/>
                  <a:pt x="9553" y="35"/>
                  <a:pt x="9571" y="45"/>
                </a:cubicBezTo>
                <a:cubicBezTo>
                  <a:pt x="9588" y="54"/>
                  <a:pt x="9604" y="65"/>
                  <a:pt x="9619" y="78"/>
                </a:cubicBezTo>
                <a:cubicBezTo>
                  <a:pt x="9633" y="90"/>
                  <a:pt x="9647" y="103"/>
                  <a:pt x="9658" y="118"/>
                </a:cubicBezTo>
                <a:cubicBezTo>
                  <a:pt x="9670" y="132"/>
                  <a:pt x="9680" y="147"/>
                  <a:pt x="9687" y="164"/>
                </a:cubicBezTo>
                <a:cubicBezTo>
                  <a:pt x="9695" y="180"/>
                  <a:pt x="9701" y="196"/>
                  <a:pt x="9706" y="213"/>
                </a:cubicBezTo>
                <a:cubicBezTo>
                  <a:pt x="9710" y="230"/>
                  <a:pt x="9712" y="247"/>
                  <a:pt x="9712" y="265"/>
                </a:cubicBezTo>
                <a:lnTo>
                  <a:pt x="9712" y="10426"/>
                </a:lnTo>
                <a:cubicBezTo>
                  <a:pt x="9712" y="10447"/>
                  <a:pt x="9710" y="10467"/>
                  <a:pt x="9706" y="10488"/>
                </a:cubicBezTo>
                <a:cubicBezTo>
                  <a:pt x="9701" y="10508"/>
                  <a:pt x="9695" y="10528"/>
                  <a:pt x="9687" y="10547"/>
                </a:cubicBezTo>
                <a:cubicBezTo>
                  <a:pt x="9680" y="10567"/>
                  <a:pt x="9670" y="10585"/>
                  <a:pt x="9658" y="10602"/>
                </a:cubicBezTo>
                <a:cubicBezTo>
                  <a:pt x="9647" y="10620"/>
                  <a:pt x="9633" y="10636"/>
                  <a:pt x="9619" y="10650"/>
                </a:cubicBezTo>
                <a:cubicBezTo>
                  <a:pt x="9604" y="10665"/>
                  <a:pt x="9588" y="10678"/>
                  <a:pt x="9571" y="10690"/>
                </a:cubicBezTo>
                <a:cubicBezTo>
                  <a:pt x="9553" y="10701"/>
                  <a:pt x="9535" y="10711"/>
                  <a:pt x="9516" y="10719"/>
                </a:cubicBezTo>
                <a:cubicBezTo>
                  <a:pt x="9496" y="10727"/>
                  <a:pt x="9477" y="10733"/>
                  <a:pt x="9456" y="10737"/>
                </a:cubicBezTo>
                <a:cubicBezTo>
                  <a:pt x="9436" y="10741"/>
                  <a:pt x="9415" y="10743"/>
                  <a:pt x="9394" y="10743"/>
                </a:cubicBezTo>
                <a:lnTo>
                  <a:pt x="318" y="10743"/>
                </a:lnTo>
                <a:cubicBezTo>
                  <a:pt x="297" y="10743"/>
                  <a:pt x="276" y="10741"/>
                  <a:pt x="256" y="10737"/>
                </a:cubicBezTo>
                <a:cubicBezTo>
                  <a:pt x="236" y="10733"/>
                  <a:pt x="216" y="10727"/>
                  <a:pt x="196" y="10719"/>
                </a:cubicBezTo>
                <a:cubicBezTo>
                  <a:pt x="177" y="10711"/>
                  <a:pt x="159" y="10701"/>
                  <a:pt x="142" y="10690"/>
                </a:cubicBezTo>
                <a:cubicBezTo>
                  <a:pt x="124" y="10678"/>
                  <a:pt x="108" y="10665"/>
                  <a:pt x="93" y="10650"/>
                </a:cubicBezTo>
                <a:cubicBezTo>
                  <a:pt x="79" y="10636"/>
                  <a:pt x="66" y="10620"/>
                  <a:pt x="54" y="10602"/>
                </a:cubicBezTo>
                <a:cubicBezTo>
                  <a:pt x="42" y="10585"/>
                  <a:pt x="33" y="10567"/>
                  <a:pt x="25" y="10547"/>
                </a:cubicBezTo>
                <a:cubicBezTo>
                  <a:pt x="17" y="10528"/>
                  <a:pt x="11" y="10508"/>
                  <a:pt x="7" y="10488"/>
                </a:cubicBezTo>
                <a:cubicBezTo>
                  <a:pt x="2" y="10467"/>
                  <a:pt x="0" y="10447"/>
                  <a:pt x="0" y="10426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任意多边形: 形状 373"/>
          <p:cNvSpPr/>
          <p:nvPr/>
        </p:nvSpPr>
        <p:spPr>
          <a:xfrm>
            <a:off x="8124480" y="1533240"/>
            <a:ext cx="3496320" cy="114840"/>
          </a:xfrm>
          <a:custGeom>
            <a:avLst/>
            <a:gdLst/>
            <a:ahLst/>
            <a:cxnLst/>
            <a:rect l="0" t="0" r="r" b="b"/>
            <a:pathLst>
              <a:path w="9712" h="319">
                <a:moveTo>
                  <a:pt x="0" y="0"/>
                </a:moveTo>
                <a:lnTo>
                  <a:pt x="9712" y="0"/>
                </a:lnTo>
                <a:lnTo>
                  <a:pt x="9712" y="319"/>
                </a:lnTo>
                <a:lnTo>
                  <a:pt x="0" y="319"/>
                </a:lnTo>
                <a:lnTo>
                  <a:pt x="0" y="0"/>
                </a:lnTo>
                <a:close/>
              </a:path>
            </a:pathLst>
          </a:custGeom>
          <a:solidFill>
            <a:srgbClr val="4B6CB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任意多边形: 形状 374"/>
          <p:cNvSpPr/>
          <p:nvPr/>
        </p:nvSpPr>
        <p:spPr>
          <a:xfrm>
            <a:off x="9543960" y="1857240"/>
            <a:ext cx="667080" cy="667080"/>
          </a:xfrm>
          <a:custGeom>
            <a:avLst/>
            <a:gdLst/>
            <a:ahLst/>
            <a:cxnLst/>
            <a:rect l="0" t="0" r="r" b="b"/>
            <a:pathLst>
              <a:path w="1853" h="1853">
                <a:moveTo>
                  <a:pt x="1853" y="926"/>
                </a:moveTo>
                <a:cubicBezTo>
                  <a:pt x="1853" y="956"/>
                  <a:pt x="1851" y="987"/>
                  <a:pt x="1848" y="1017"/>
                </a:cubicBezTo>
                <a:cubicBezTo>
                  <a:pt x="1845" y="1047"/>
                  <a:pt x="1841" y="1077"/>
                  <a:pt x="1835" y="1107"/>
                </a:cubicBezTo>
                <a:cubicBezTo>
                  <a:pt x="1829" y="1136"/>
                  <a:pt x="1822" y="1166"/>
                  <a:pt x="1813" y="1195"/>
                </a:cubicBezTo>
                <a:cubicBezTo>
                  <a:pt x="1804" y="1224"/>
                  <a:pt x="1794" y="1252"/>
                  <a:pt x="1782" y="1280"/>
                </a:cubicBezTo>
                <a:cubicBezTo>
                  <a:pt x="1771" y="1308"/>
                  <a:pt x="1758" y="1337"/>
                  <a:pt x="1743" y="1363"/>
                </a:cubicBezTo>
                <a:cubicBezTo>
                  <a:pt x="1729" y="1390"/>
                  <a:pt x="1714" y="1416"/>
                  <a:pt x="1697" y="1441"/>
                </a:cubicBezTo>
                <a:cubicBezTo>
                  <a:pt x="1680" y="1467"/>
                  <a:pt x="1662" y="1491"/>
                  <a:pt x="1643" y="1514"/>
                </a:cubicBezTo>
                <a:cubicBezTo>
                  <a:pt x="1623" y="1538"/>
                  <a:pt x="1603" y="1560"/>
                  <a:pt x="1582" y="1582"/>
                </a:cubicBezTo>
                <a:cubicBezTo>
                  <a:pt x="1560" y="1603"/>
                  <a:pt x="1538" y="1624"/>
                  <a:pt x="1514" y="1643"/>
                </a:cubicBezTo>
                <a:cubicBezTo>
                  <a:pt x="1491" y="1662"/>
                  <a:pt x="1466" y="1680"/>
                  <a:pt x="1441" y="1697"/>
                </a:cubicBezTo>
                <a:cubicBezTo>
                  <a:pt x="1416" y="1714"/>
                  <a:pt x="1390" y="1729"/>
                  <a:pt x="1363" y="1744"/>
                </a:cubicBezTo>
                <a:cubicBezTo>
                  <a:pt x="1337" y="1758"/>
                  <a:pt x="1309" y="1771"/>
                  <a:pt x="1281" y="1782"/>
                </a:cubicBezTo>
                <a:cubicBezTo>
                  <a:pt x="1253" y="1794"/>
                  <a:pt x="1225" y="1804"/>
                  <a:pt x="1196" y="1813"/>
                </a:cubicBezTo>
                <a:cubicBezTo>
                  <a:pt x="1167" y="1822"/>
                  <a:pt x="1137" y="1829"/>
                  <a:pt x="1107" y="1835"/>
                </a:cubicBezTo>
                <a:cubicBezTo>
                  <a:pt x="1078" y="1841"/>
                  <a:pt x="1048" y="1846"/>
                  <a:pt x="1018" y="1848"/>
                </a:cubicBezTo>
                <a:cubicBezTo>
                  <a:pt x="987" y="1851"/>
                  <a:pt x="957" y="1853"/>
                  <a:pt x="927" y="1853"/>
                </a:cubicBezTo>
                <a:cubicBezTo>
                  <a:pt x="896" y="1853"/>
                  <a:pt x="866" y="1851"/>
                  <a:pt x="836" y="1848"/>
                </a:cubicBezTo>
                <a:cubicBezTo>
                  <a:pt x="806" y="1846"/>
                  <a:pt x="776" y="1841"/>
                  <a:pt x="746" y="1835"/>
                </a:cubicBezTo>
                <a:cubicBezTo>
                  <a:pt x="716" y="1829"/>
                  <a:pt x="687" y="1822"/>
                  <a:pt x="658" y="1813"/>
                </a:cubicBezTo>
                <a:cubicBezTo>
                  <a:pt x="629" y="1804"/>
                  <a:pt x="600" y="1794"/>
                  <a:pt x="572" y="1782"/>
                </a:cubicBezTo>
                <a:cubicBezTo>
                  <a:pt x="544" y="1771"/>
                  <a:pt x="517" y="1758"/>
                  <a:pt x="490" y="1744"/>
                </a:cubicBezTo>
                <a:cubicBezTo>
                  <a:pt x="464" y="1729"/>
                  <a:pt x="438" y="1714"/>
                  <a:pt x="412" y="1697"/>
                </a:cubicBezTo>
                <a:cubicBezTo>
                  <a:pt x="387" y="1680"/>
                  <a:pt x="363" y="1662"/>
                  <a:pt x="338" y="1643"/>
                </a:cubicBezTo>
                <a:cubicBezTo>
                  <a:pt x="315" y="1624"/>
                  <a:pt x="292" y="1603"/>
                  <a:pt x="271" y="1582"/>
                </a:cubicBezTo>
                <a:cubicBezTo>
                  <a:pt x="250" y="1560"/>
                  <a:pt x="229" y="1538"/>
                  <a:pt x="210" y="1514"/>
                </a:cubicBezTo>
                <a:cubicBezTo>
                  <a:pt x="191" y="1491"/>
                  <a:pt x="173" y="1467"/>
                  <a:pt x="156" y="1441"/>
                </a:cubicBezTo>
                <a:cubicBezTo>
                  <a:pt x="139" y="1416"/>
                  <a:pt x="123" y="1390"/>
                  <a:pt x="109" y="1363"/>
                </a:cubicBezTo>
                <a:cubicBezTo>
                  <a:pt x="95" y="1337"/>
                  <a:pt x="82" y="1308"/>
                  <a:pt x="70" y="1280"/>
                </a:cubicBezTo>
                <a:cubicBezTo>
                  <a:pt x="59" y="1252"/>
                  <a:pt x="48" y="1224"/>
                  <a:pt x="40" y="1195"/>
                </a:cubicBezTo>
                <a:cubicBezTo>
                  <a:pt x="31" y="1166"/>
                  <a:pt x="23" y="1136"/>
                  <a:pt x="18" y="1107"/>
                </a:cubicBezTo>
                <a:cubicBezTo>
                  <a:pt x="12" y="1077"/>
                  <a:pt x="7" y="1047"/>
                  <a:pt x="4" y="1017"/>
                </a:cubicBezTo>
                <a:cubicBezTo>
                  <a:pt x="1" y="987"/>
                  <a:pt x="0" y="956"/>
                  <a:pt x="0" y="926"/>
                </a:cubicBezTo>
                <a:cubicBezTo>
                  <a:pt x="0" y="896"/>
                  <a:pt x="1" y="865"/>
                  <a:pt x="4" y="835"/>
                </a:cubicBezTo>
                <a:cubicBezTo>
                  <a:pt x="7" y="805"/>
                  <a:pt x="12" y="775"/>
                  <a:pt x="18" y="745"/>
                </a:cubicBezTo>
                <a:cubicBezTo>
                  <a:pt x="23" y="716"/>
                  <a:pt x="31" y="686"/>
                  <a:pt x="40" y="657"/>
                </a:cubicBezTo>
                <a:cubicBezTo>
                  <a:pt x="48" y="628"/>
                  <a:pt x="59" y="600"/>
                  <a:pt x="70" y="572"/>
                </a:cubicBezTo>
                <a:cubicBezTo>
                  <a:pt x="82" y="544"/>
                  <a:pt x="95" y="516"/>
                  <a:pt x="109" y="489"/>
                </a:cubicBezTo>
                <a:cubicBezTo>
                  <a:pt x="123" y="463"/>
                  <a:pt x="139" y="437"/>
                  <a:pt x="156" y="411"/>
                </a:cubicBezTo>
                <a:cubicBezTo>
                  <a:pt x="173" y="386"/>
                  <a:pt x="191" y="362"/>
                  <a:pt x="210" y="338"/>
                </a:cubicBezTo>
                <a:cubicBezTo>
                  <a:pt x="229" y="315"/>
                  <a:pt x="250" y="293"/>
                  <a:pt x="271" y="271"/>
                </a:cubicBezTo>
                <a:cubicBezTo>
                  <a:pt x="292" y="250"/>
                  <a:pt x="315" y="229"/>
                  <a:pt x="338" y="210"/>
                </a:cubicBezTo>
                <a:cubicBezTo>
                  <a:pt x="363" y="191"/>
                  <a:pt x="387" y="173"/>
                  <a:pt x="412" y="156"/>
                </a:cubicBezTo>
                <a:cubicBezTo>
                  <a:pt x="438" y="139"/>
                  <a:pt x="464" y="124"/>
                  <a:pt x="490" y="109"/>
                </a:cubicBezTo>
                <a:cubicBezTo>
                  <a:pt x="517" y="95"/>
                  <a:pt x="544" y="82"/>
                  <a:pt x="572" y="70"/>
                </a:cubicBezTo>
                <a:cubicBezTo>
                  <a:pt x="600" y="59"/>
                  <a:pt x="629" y="49"/>
                  <a:pt x="658" y="40"/>
                </a:cubicBezTo>
                <a:cubicBezTo>
                  <a:pt x="687" y="31"/>
                  <a:pt x="716" y="24"/>
                  <a:pt x="746" y="18"/>
                </a:cubicBezTo>
                <a:cubicBezTo>
                  <a:pt x="776" y="12"/>
                  <a:pt x="806" y="7"/>
                  <a:pt x="836" y="4"/>
                </a:cubicBezTo>
                <a:cubicBezTo>
                  <a:pt x="866" y="1"/>
                  <a:pt x="896" y="0"/>
                  <a:pt x="927" y="0"/>
                </a:cubicBezTo>
                <a:cubicBezTo>
                  <a:pt x="957" y="0"/>
                  <a:pt x="987" y="1"/>
                  <a:pt x="1018" y="4"/>
                </a:cubicBezTo>
                <a:cubicBezTo>
                  <a:pt x="1048" y="7"/>
                  <a:pt x="1078" y="12"/>
                  <a:pt x="1107" y="18"/>
                </a:cubicBezTo>
                <a:cubicBezTo>
                  <a:pt x="1137" y="24"/>
                  <a:pt x="1167" y="31"/>
                  <a:pt x="1196" y="40"/>
                </a:cubicBezTo>
                <a:cubicBezTo>
                  <a:pt x="1225" y="49"/>
                  <a:pt x="1253" y="59"/>
                  <a:pt x="1281" y="70"/>
                </a:cubicBezTo>
                <a:cubicBezTo>
                  <a:pt x="1309" y="82"/>
                  <a:pt x="1337" y="95"/>
                  <a:pt x="1363" y="109"/>
                </a:cubicBezTo>
                <a:cubicBezTo>
                  <a:pt x="1390" y="124"/>
                  <a:pt x="1416" y="139"/>
                  <a:pt x="1441" y="156"/>
                </a:cubicBezTo>
                <a:cubicBezTo>
                  <a:pt x="1466" y="173"/>
                  <a:pt x="1491" y="191"/>
                  <a:pt x="1514" y="210"/>
                </a:cubicBezTo>
                <a:cubicBezTo>
                  <a:pt x="1538" y="229"/>
                  <a:pt x="1560" y="250"/>
                  <a:pt x="1582" y="271"/>
                </a:cubicBezTo>
                <a:cubicBezTo>
                  <a:pt x="1603" y="293"/>
                  <a:pt x="1623" y="315"/>
                  <a:pt x="1643" y="338"/>
                </a:cubicBezTo>
                <a:cubicBezTo>
                  <a:pt x="1662" y="362"/>
                  <a:pt x="1680" y="386"/>
                  <a:pt x="1697" y="411"/>
                </a:cubicBezTo>
                <a:cubicBezTo>
                  <a:pt x="1714" y="437"/>
                  <a:pt x="1729" y="463"/>
                  <a:pt x="1743" y="489"/>
                </a:cubicBezTo>
                <a:cubicBezTo>
                  <a:pt x="1758" y="516"/>
                  <a:pt x="1771" y="544"/>
                  <a:pt x="1782" y="572"/>
                </a:cubicBezTo>
                <a:cubicBezTo>
                  <a:pt x="1794" y="600"/>
                  <a:pt x="1804" y="628"/>
                  <a:pt x="1813" y="657"/>
                </a:cubicBezTo>
                <a:cubicBezTo>
                  <a:pt x="1822" y="686"/>
                  <a:pt x="1829" y="716"/>
                  <a:pt x="1835" y="745"/>
                </a:cubicBezTo>
                <a:cubicBezTo>
                  <a:pt x="1841" y="775"/>
                  <a:pt x="1845" y="805"/>
                  <a:pt x="1848" y="835"/>
                </a:cubicBezTo>
                <a:cubicBezTo>
                  <a:pt x="1851" y="865"/>
                  <a:pt x="1853" y="896"/>
                  <a:pt x="1853" y="926"/>
                </a:cubicBezTo>
                <a:close/>
              </a:path>
            </a:pathLst>
          </a:custGeom>
          <a:solidFill>
            <a:srgbClr val="E6EEFF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文本框 375"/>
          <p:cNvSpPr txBox="1"/>
          <p:nvPr/>
        </p:nvSpPr>
        <p:spPr>
          <a:xfrm>
            <a:off x="5562360" y="3038760"/>
            <a:ext cx="6408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盈利渠道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文本框 376"/>
          <p:cNvSpPr txBox="1"/>
          <p:nvPr/>
        </p:nvSpPr>
        <p:spPr>
          <a:xfrm>
            <a:off x="9684000" y="2012760"/>
            <a:ext cx="304560" cy="355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2400" b="0" u="none" strike="noStrike">
                <a:solidFill>
                  <a:srgbClr val="4B6CB7"/>
                </a:solidFill>
                <a:effectLst/>
                <a:uFillTx/>
                <a:latin typeface="NotoColorEmoji"/>
                <a:ea typeface="NotoColorEmoji"/>
              </a:rPr>
              <a:t>📣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任意多边形: 形状 377"/>
          <p:cNvSpPr/>
          <p:nvPr/>
        </p:nvSpPr>
        <p:spPr>
          <a:xfrm>
            <a:off x="914040" y="387648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2" y="158"/>
                  <a:pt x="91" y="160"/>
                  <a:pt x="81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3" y="101"/>
                  <a:pt x="0" y="91"/>
                  <a:pt x="0" y="80"/>
                </a:cubicBezTo>
                <a:cubicBezTo>
                  <a:pt x="0" y="70"/>
                  <a:pt x="3" y="60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2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4A556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文本框 378"/>
          <p:cNvSpPr txBox="1"/>
          <p:nvPr/>
        </p:nvSpPr>
        <p:spPr>
          <a:xfrm>
            <a:off x="9340560" y="3038760"/>
            <a:ext cx="640800" cy="309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2100" b="0" u="none" strike="noStrike">
                <a:solidFill>
                  <a:srgbClr val="2C3E50"/>
                </a:solidFill>
                <a:effectLst/>
                <a:uFillTx/>
                <a:latin typeface="NotoSansCJKsc"/>
                <a:ea typeface="NotoSansCJKsc"/>
              </a:rPr>
              <a:t>推⼴策略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文本框 379"/>
          <p:cNvSpPr txBox="1"/>
          <p:nvPr/>
        </p:nvSpPr>
        <p:spPr>
          <a:xfrm>
            <a:off x="1095480" y="3785760"/>
            <a:ext cx="11437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基础功能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免费开放</a:t>
            </a:r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使⽤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任意多边形: 形状 380"/>
          <p:cNvSpPr/>
          <p:nvPr/>
        </p:nvSpPr>
        <p:spPr>
          <a:xfrm>
            <a:off x="914040" y="4324320"/>
            <a:ext cx="57600" cy="57240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30" y="144"/>
                  <a:pt x="121" y="149"/>
                  <a:pt x="111" y="153"/>
                </a:cubicBezTo>
                <a:cubicBezTo>
                  <a:pt x="102" y="157"/>
                  <a:pt x="91" y="159"/>
                  <a:pt x="81" y="159"/>
                </a:cubicBezTo>
                <a:cubicBezTo>
                  <a:pt x="70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7" y="110"/>
                </a:cubicBezTo>
                <a:cubicBezTo>
                  <a:pt x="3" y="101"/>
                  <a:pt x="0" y="90"/>
                  <a:pt x="0" y="80"/>
                </a:cubicBezTo>
                <a:cubicBezTo>
                  <a:pt x="0" y="68"/>
                  <a:pt x="3" y="58"/>
                  <a:pt x="7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2" y="2"/>
                  <a:pt x="111" y="6"/>
                </a:cubicBezTo>
                <a:cubicBezTo>
                  <a:pt x="121" y="10"/>
                  <a:pt x="130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80"/>
                </a:cubicBezTo>
                <a:close/>
              </a:path>
            </a:pathLst>
          </a:custGeom>
          <a:solidFill>
            <a:srgbClr val="4A556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文本框 381"/>
          <p:cNvSpPr txBox="1"/>
          <p:nvPr/>
        </p:nvSpPr>
        <p:spPr>
          <a:xfrm>
            <a:off x="905040" y="379368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文本框 382"/>
          <p:cNvSpPr txBox="1"/>
          <p:nvPr/>
        </p:nvSpPr>
        <p:spPr>
          <a:xfrm>
            <a:off x="1095480" y="4233240"/>
            <a:ext cx="1372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⾼级咨询功能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付费会员专享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任意多边形: 形状 383"/>
          <p:cNvSpPr/>
          <p:nvPr/>
        </p:nvSpPr>
        <p:spPr>
          <a:xfrm>
            <a:off x="914040" y="477180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30" y="144"/>
                  <a:pt x="121" y="150"/>
                  <a:pt x="111" y="154"/>
                </a:cubicBezTo>
                <a:cubicBezTo>
                  <a:pt x="102" y="158"/>
                  <a:pt x="91" y="160"/>
                  <a:pt x="81" y="160"/>
                </a:cubicBezTo>
                <a:cubicBezTo>
                  <a:pt x="70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7" y="111"/>
                </a:cubicBezTo>
                <a:cubicBezTo>
                  <a:pt x="3" y="101"/>
                  <a:pt x="0" y="90"/>
                  <a:pt x="0" y="79"/>
                </a:cubicBezTo>
                <a:cubicBezTo>
                  <a:pt x="0" y="69"/>
                  <a:pt x="3" y="59"/>
                  <a:pt x="7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70" y="0"/>
                  <a:pt x="81" y="0"/>
                </a:cubicBezTo>
                <a:cubicBezTo>
                  <a:pt x="91" y="0"/>
                  <a:pt x="102" y="2"/>
                  <a:pt x="111" y="6"/>
                </a:cubicBezTo>
                <a:cubicBezTo>
                  <a:pt x="121" y="10"/>
                  <a:pt x="130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A556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文本框 384"/>
          <p:cNvSpPr txBox="1"/>
          <p:nvPr/>
        </p:nvSpPr>
        <p:spPr>
          <a:xfrm>
            <a:off x="905040" y="424116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文本框 385"/>
          <p:cNvSpPr txBox="1"/>
          <p:nvPr/>
        </p:nvSpPr>
        <p:spPr>
          <a:xfrm>
            <a:off x="1095480" y="4681080"/>
            <a:ext cx="1258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优质内容与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专属服务增值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任意多边形: 形状 386"/>
          <p:cNvSpPr/>
          <p:nvPr/>
        </p:nvSpPr>
        <p:spPr>
          <a:xfrm>
            <a:off x="4695480" y="387648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4A556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文本框 387"/>
          <p:cNvSpPr txBox="1"/>
          <p:nvPr/>
        </p:nvSpPr>
        <p:spPr>
          <a:xfrm>
            <a:off x="905040" y="46890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文本框 388"/>
          <p:cNvSpPr txBox="1"/>
          <p:nvPr/>
        </p:nvSpPr>
        <p:spPr>
          <a:xfrm>
            <a:off x="4873680" y="3785760"/>
            <a:ext cx="1029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应⽤内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精准⼴告投放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任意多边形: 形状 389"/>
          <p:cNvSpPr/>
          <p:nvPr/>
        </p:nvSpPr>
        <p:spPr>
          <a:xfrm>
            <a:off x="4695480" y="4324320"/>
            <a:ext cx="57600" cy="57240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49" y="120"/>
                  <a:pt x="143" y="129"/>
                  <a:pt x="136" y="136"/>
                </a:cubicBezTo>
                <a:cubicBezTo>
                  <a:pt x="129" y="144"/>
                  <a:pt x="120" y="149"/>
                  <a:pt x="110" y="153"/>
                </a:cubicBezTo>
                <a:cubicBezTo>
                  <a:pt x="100" y="157"/>
                  <a:pt x="90" y="159"/>
                  <a:pt x="80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40" y="149"/>
                  <a:pt x="31" y="144"/>
                  <a:pt x="24" y="136"/>
                </a:cubicBezTo>
                <a:cubicBezTo>
                  <a:pt x="16" y="129"/>
                  <a:pt x="11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8"/>
                  <a:pt x="2" y="58"/>
                  <a:pt x="6" y="49"/>
                </a:cubicBezTo>
                <a:cubicBezTo>
                  <a:pt x="11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3" y="30"/>
                  <a:pt x="149" y="39"/>
                  <a:pt x="154" y="49"/>
                </a:cubicBezTo>
                <a:cubicBezTo>
                  <a:pt x="158" y="58"/>
                  <a:pt x="160" y="68"/>
                  <a:pt x="160" y="80"/>
                </a:cubicBezTo>
                <a:close/>
              </a:path>
            </a:pathLst>
          </a:custGeom>
          <a:solidFill>
            <a:srgbClr val="4A556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文本框 390"/>
          <p:cNvSpPr txBox="1"/>
          <p:nvPr/>
        </p:nvSpPr>
        <p:spPr>
          <a:xfrm>
            <a:off x="4682880" y="379368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文本框 391"/>
          <p:cNvSpPr txBox="1"/>
          <p:nvPr/>
        </p:nvSpPr>
        <p:spPr>
          <a:xfrm>
            <a:off x="4873680" y="423324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机构合作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分成收⼊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任意多边形: 形状 392"/>
          <p:cNvSpPr/>
          <p:nvPr/>
        </p:nvSpPr>
        <p:spPr>
          <a:xfrm>
            <a:off x="4695480" y="477180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49" y="121"/>
                  <a:pt x="143" y="129"/>
                  <a:pt x="136" y="137"/>
                </a:cubicBezTo>
                <a:cubicBezTo>
                  <a:pt x="129" y="144"/>
                  <a:pt x="120" y="150"/>
                  <a:pt x="110" y="154"/>
                </a:cubicBezTo>
                <a:cubicBezTo>
                  <a:pt x="100" y="158"/>
                  <a:pt x="90" y="160"/>
                  <a:pt x="80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40" y="150"/>
                  <a:pt x="31" y="144"/>
                  <a:pt x="24" y="137"/>
                </a:cubicBezTo>
                <a:cubicBezTo>
                  <a:pt x="16" y="129"/>
                  <a:pt x="11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cubicBezTo>
                  <a:pt x="90" y="0"/>
                  <a:pt x="100" y="2"/>
                  <a:pt x="110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3" y="31"/>
                  <a:pt x="149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A556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文本框 393"/>
          <p:cNvSpPr txBox="1"/>
          <p:nvPr/>
        </p:nvSpPr>
        <p:spPr>
          <a:xfrm>
            <a:off x="4682880" y="424116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文本框 394"/>
          <p:cNvSpPr txBox="1"/>
          <p:nvPr/>
        </p:nvSpPr>
        <p:spPr>
          <a:xfrm>
            <a:off x="4873680" y="4681080"/>
            <a:ext cx="10296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专业咨询师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服务佣⾦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任意多边形: 形状 395"/>
          <p:cNvSpPr/>
          <p:nvPr/>
        </p:nvSpPr>
        <p:spPr>
          <a:xfrm>
            <a:off x="8467560" y="387648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60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60"/>
                  <a:pt x="160" y="70"/>
                  <a:pt x="160" y="80"/>
                </a:cubicBezTo>
                <a:close/>
              </a:path>
            </a:pathLst>
          </a:custGeom>
          <a:solidFill>
            <a:srgbClr val="4A556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文本框 396"/>
          <p:cNvSpPr txBox="1"/>
          <p:nvPr/>
        </p:nvSpPr>
        <p:spPr>
          <a:xfrm>
            <a:off x="4682880" y="46890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文本框 397"/>
          <p:cNvSpPr txBox="1"/>
          <p:nvPr/>
        </p:nvSpPr>
        <p:spPr>
          <a:xfrm>
            <a:off x="8651880" y="3785760"/>
            <a:ext cx="125820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社交媒体</a:t>
            </a:r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与⽹络⼴告推⼴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任意多边形: 形状 398"/>
          <p:cNvSpPr/>
          <p:nvPr/>
        </p:nvSpPr>
        <p:spPr>
          <a:xfrm>
            <a:off x="8467560" y="4324320"/>
            <a:ext cx="57600" cy="57240"/>
          </a:xfrm>
          <a:custGeom>
            <a:avLst/>
            <a:gdLst/>
            <a:ahLst/>
            <a:cxn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6" y="136"/>
                </a:cubicBezTo>
                <a:cubicBezTo>
                  <a:pt x="129" y="144"/>
                  <a:pt x="120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5"/>
                  <a:pt x="136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80"/>
                </a:cubicBezTo>
                <a:close/>
              </a:path>
            </a:pathLst>
          </a:custGeom>
          <a:solidFill>
            <a:srgbClr val="4A556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文本框 399"/>
          <p:cNvSpPr txBox="1"/>
          <p:nvPr/>
        </p:nvSpPr>
        <p:spPr>
          <a:xfrm>
            <a:off x="8461440" y="379368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文本框 400"/>
          <p:cNvSpPr txBox="1"/>
          <p:nvPr/>
        </p:nvSpPr>
        <p:spPr>
          <a:xfrm>
            <a:off x="8651880" y="4233240"/>
            <a:ext cx="2293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学校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文本框 401"/>
          <p:cNvSpPr txBox="1"/>
          <p:nvPr/>
        </p:nvSpPr>
        <p:spPr>
          <a:xfrm>
            <a:off x="9032760" y="4237560"/>
            <a:ext cx="190080" cy="212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/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文本框 402"/>
          <p:cNvSpPr txBox="1"/>
          <p:nvPr/>
        </p:nvSpPr>
        <p:spPr>
          <a:xfrm>
            <a:off x="9085680" y="4233240"/>
            <a:ext cx="6865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医院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机构合作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任意多边形: 形状 403"/>
          <p:cNvSpPr/>
          <p:nvPr/>
        </p:nvSpPr>
        <p:spPr>
          <a:xfrm>
            <a:off x="8467560" y="4771800"/>
            <a:ext cx="57600" cy="57600"/>
          </a:xfrm>
          <a:custGeom>
            <a:avLst/>
            <a:gdLst/>
            <a:ahLst/>
            <a:cxnLst/>
            <a:rect l="0" t="0" r="r" b="b"/>
            <a:pathLst>
              <a:path w="160" h="160">
                <a:moveTo>
                  <a:pt x="160" y="79"/>
                </a:moveTo>
                <a:cubicBezTo>
                  <a:pt x="160" y="90"/>
                  <a:pt x="158" y="101"/>
                  <a:pt x="154" y="111"/>
                </a:cubicBezTo>
                <a:cubicBezTo>
                  <a:pt x="150" y="121"/>
                  <a:pt x="144" y="129"/>
                  <a:pt x="136" y="137"/>
                </a:cubicBezTo>
                <a:cubicBezTo>
                  <a:pt x="129" y="144"/>
                  <a:pt x="120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0"/>
                  <a:pt x="0" y="79"/>
                </a:cubicBez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0" y="10"/>
                  <a:pt x="129" y="16"/>
                  <a:pt x="136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69"/>
                  <a:pt x="160" y="79"/>
                </a:cubicBezTo>
                <a:close/>
              </a:path>
            </a:pathLst>
          </a:custGeom>
          <a:solidFill>
            <a:srgbClr val="4A556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文本框 404"/>
          <p:cNvSpPr txBox="1"/>
          <p:nvPr/>
        </p:nvSpPr>
        <p:spPr>
          <a:xfrm>
            <a:off x="8461440" y="424116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文本框 405"/>
          <p:cNvSpPr txBox="1"/>
          <p:nvPr/>
        </p:nvSpPr>
        <p:spPr>
          <a:xfrm>
            <a:off x="8651880" y="4681080"/>
            <a:ext cx="915120" cy="2214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50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⾏业展会</a:t>
            </a:r>
            <a:r>
              <a:rPr lang="zh-CN" sz="1500" b="0" u="none" strike="noStrike">
                <a:solidFill>
                  <a:srgbClr val="4B6CB7"/>
                </a:solidFill>
                <a:effectLst/>
                <a:uFillTx/>
                <a:latin typeface="NotoSansCJKsc"/>
                <a:ea typeface="NotoSansCJKsc"/>
              </a:rPr>
              <a:t>品牌曝光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文本框 407"/>
          <p:cNvSpPr txBox="1"/>
          <p:nvPr/>
        </p:nvSpPr>
        <p:spPr>
          <a:xfrm>
            <a:off x="8461440" y="4689000"/>
            <a:ext cx="228240" cy="25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800" b="0" u="none" strike="noStrike">
                <a:solidFill>
                  <a:srgbClr val="4B6CB7"/>
                </a:solidFill>
                <a:effectLst/>
                <a:uFillTx/>
                <a:latin typeface="Arial"/>
                <a:ea typeface="Arial"/>
              </a:rPr>
              <a:t>•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文本框 408"/>
          <p:cNvSpPr txBox="1"/>
          <p:nvPr/>
        </p:nvSpPr>
        <p:spPr>
          <a:xfrm>
            <a:off x="4876920" y="6289200"/>
            <a:ext cx="4104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暖⾔纸条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文本框 409"/>
          <p:cNvSpPr txBox="1"/>
          <p:nvPr/>
        </p:nvSpPr>
        <p:spPr>
          <a:xfrm>
            <a:off x="5562720" y="6293160"/>
            <a:ext cx="171000" cy="191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350" b="0" u="none" strike="noStrike">
                <a:solidFill>
                  <a:srgbClr val="4A5568"/>
                </a:solidFill>
                <a:effectLst/>
                <a:uFillTx/>
                <a:latin typeface="Arial"/>
                <a:ea typeface="Arial"/>
              </a:rPr>
              <a:t> - 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文本框 410"/>
          <p:cNvSpPr txBox="1"/>
          <p:nvPr/>
        </p:nvSpPr>
        <p:spPr>
          <a:xfrm>
            <a:off x="5715000" y="6289200"/>
            <a:ext cx="16394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zh-CN" sz="1350" b="0" u="none" strike="noStrike">
                <a:solidFill>
                  <a:srgbClr val="4A5568"/>
                </a:solidFill>
                <a:effectLst/>
                <a:uFillTx/>
                <a:latin typeface="NotoSansCJKsc"/>
                <a:ea typeface="NotoSansCJKsc"/>
              </a:rPr>
              <a:t>可持续的商业模式与全⽅位推⼴策略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1303</Words>
  <Application>Microsoft Office PowerPoint</Application>
  <PresentationFormat>宽屏</PresentationFormat>
  <Paragraphs>262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NotoColorEmoji</vt:lpstr>
      <vt:lpstr>NotoSansCJKsc</vt:lpstr>
      <vt:lpstr>Arial</vt:lpstr>
      <vt:lpstr>Symbol</vt:lpstr>
      <vt:lpstr>Times New Roman</vt:lpstr>
      <vt:lpstr>Wingdings</vt:lpstr>
      <vt:lpstr>Office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玳均 刘</cp:lastModifiedBy>
  <cp:revision>3</cp:revision>
  <dcterms:modified xsi:type="dcterms:W3CDTF">2025-08-04T02:25:46Z</dcterms:modified>
  <dc:language>en-US</dc:language>
</cp:coreProperties>
</file>