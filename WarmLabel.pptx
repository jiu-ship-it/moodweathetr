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7772400" cy="10058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任意多边形: 形状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27845" y="2147935"/>
            <a:ext cx="4331635" cy="923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6000" b="1" u="none" strike="noStrike" dirty="0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Warm </a:t>
            </a:r>
            <a:r>
              <a:rPr lang="en-US" altLang="zh-CN" sz="6000" b="1" u="none" strike="noStrike" dirty="0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Label</a:t>
            </a:r>
            <a:endParaRPr lang="en-US" sz="6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4305240" y="649584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>
                <a:moveTo>
                  <a:pt x="477" y="238"/>
                </a:moveTo>
                <a:cubicBezTo>
                  <a:pt x="477" y="254"/>
                  <a:pt x="475" y="269"/>
                  <a:pt x="472" y="286"/>
                </a:cubicBezTo>
                <a:cubicBezTo>
                  <a:pt x="469" y="301"/>
                  <a:pt x="465" y="316"/>
                  <a:pt x="459" y="330"/>
                </a:cubicBezTo>
                <a:cubicBezTo>
                  <a:pt x="453" y="345"/>
                  <a:pt x="445" y="358"/>
                  <a:pt x="437" y="372"/>
                </a:cubicBezTo>
                <a:cubicBezTo>
                  <a:pt x="428" y="385"/>
                  <a:pt x="418" y="397"/>
                  <a:pt x="407" y="408"/>
                </a:cubicBezTo>
                <a:cubicBezTo>
                  <a:pt x="396" y="419"/>
                  <a:pt x="384" y="429"/>
                  <a:pt x="371" y="437"/>
                </a:cubicBezTo>
                <a:cubicBezTo>
                  <a:pt x="358" y="446"/>
                  <a:pt x="344" y="453"/>
                  <a:pt x="330" y="459"/>
                </a:cubicBezTo>
                <a:cubicBezTo>
                  <a:pt x="315" y="465"/>
                  <a:pt x="301" y="470"/>
                  <a:pt x="285" y="473"/>
                </a:cubicBezTo>
                <a:cubicBezTo>
                  <a:pt x="270" y="476"/>
                  <a:pt x="254" y="477"/>
                  <a:pt x="239" y="477"/>
                </a:cubicBezTo>
                <a:cubicBezTo>
                  <a:pt x="223" y="477"/>
                  <a:pt x="208" y="476"/>
                  <a:pt x="192" y="473"/>
                </a:cubicBezTo>
                <a:cubicBezTo>
                  <a:pt x="176" y="470"/>
                  <a:pt x="161" y="465"/>
                  <a:pt x="147" y="459"/>
                </a:cubicBezTo>
                <a:cubicBezTo>
                  <a:pt x="132" y="453"/>
                  <a:pt x="118" y="446"/>
                  <a:pt x="105" y="437"/>
                </a:cubicBezTo>
                <a:cubicBezTo>
                  <a:pt x="92" y="429"/>
                  <a:pt x="80" y="419"/>
                  <a:pt x="69" y="408"/>
                </a:cubicBezTo>
                <a:cubicBezTo>
                  <a:pt x="58" y="397"/>
                  <a:pt x="48" y="385"/>
                  <a:pt x="40" y="371"/>
                </a:cubicBezTo>
                <a:cubicBezTo>
                  <a:pt x="31" y="358"/>
                  <a:pt x="24" y="345"/>
                  <a:pt x="18" y="330"/>
                </a:cubicBezTo>
                <a:cubicBezTo>
                  <a:pt x="12" y="316"/>
                  <a:pt x="7" y="301"/>
                  <a:pt x="4" y="286"/>
                </a:cubicBezTo>
                <a:cubicBezTo>
                  <a:pt x="1" y="269"/>
                  <a:pt x="0" y="254"/>
                  <a:pt x="0" y="238"/>
                </a:cubicBez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8" y="2"/>
                  <a:pt x="223" y="0"/>
                  <a:pt x="239" y="0"/>
                </a:cubicBezTo>
                <a:cubicBezTo>
                  <a:pt x="254" y="0"/>
                  <a:pt x="270" y="2"/>
                  <a:pt x="285" y="5"/>
                </a:cubicBezTo>
                <a:cubicBezTo>
                  <a:pt x="301" y="8"/>
                  <a:pt x="315" y="12"/>
                  <a:pt x="330" y="18"/>
                </a:cubicBezTo>
                <a:cubicBezTo>
                  <a:pt x="344" y="24"/>
                  <a:pt x="358" y="32"/>
                  <a:pt x="371" y="40"/>
                </a:cubicBezTo>
                <a:cubicBezTo>
                  <a:pt x="384" y="49"/>
                  <a:pt x="396" y="59"/>
                  <a:pt x="407" y="70"/>
                </a:cubicBezTo>
                <a:cubicBezTo>
                  <a:pt x="418" y="81"/>
                  <a:pt x="428" y="93"/>
                  <a:pt x="437" y="106"/>
                </a:cubicBezTo>
                <a:cubicBezTo>
                  <a:pt x="445" y="119"/>
                  <a:pt x="453" y="133"/>
                  <a:pt x="459" y="147"/>
                </a:cubicBezTo>
                <a:cubicBezTo>
                  <a:pt x="465" y="162"/>
                  <a:pt x="469" y="176"/>
                  <a:pt x="472" y="192"/>
                </a:cubicBezTo>
                <a:cubicBezTo>
                  <a:pt x="475" y="207"/>
                  <a:pt x="477" y="223"/>
                  <a:pt x="477" y="238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32640" y="4004640"/>
            <a:ext cx="432684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Mental Health Care Platform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23400" y="6491520"/>
            <a:ext cx="1669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Team Leader: Liu Daijun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任意多边形: 形状 11"/>
          <p:cNvSpPr/>
          <p:nvPr/>
        </p:nvSpPr>
        <p:spPr>
          <a:xfrm>
            <a:off x="6324480" y="6514920"/>
            <a:ext cx="9720" cy="133560"/>
          </a:xfrm>
          <a:custGeom>
            <a:avLst/>
            <a:gdLst/>
            <a:ahLst/>
            <a:cxnLst/>
            <a:rect l="0" t="0" r="r" b="b"/>
            <a:pathLst>
              <a:path w="27" h="371">
                <a:moveTo>
                  <a:pt x="0" y="0"/>
                </a:moveTo>
                <a:lnTo>
                  <a:pt x="27" y="0"/>
                </a:lnTo>
                <a:lnTo>
                  <a:pt x="27" y="371"/>
                </a:lnTo>
                <a:lnTo>
                  <a:pt x="0" y="371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89720" y="6491520"/>
            <a:ext cx="13986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2025 Project Launch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任意多边形: 形状 15"/>
          <p:cNvSpPr/>
          <p:nvPr/>
        </p:nvSpPr>
        <p:spPr>
          <a:xfrm>
            <a:off x="0" y="0"/>
            <a:ext cx="12192120" cy="1234080"/>
          </a:xfrm>
          <a:custGeom>
            <a:avLst/>
            <a:gdLst/>
            <a:ahLst/>
            <a:cxnLst/>
            <a:rect l="0" t="0" r="r" b="b"/>
            <a:pathLst>
              <a:path w="33867" h="3428">
                <a:moveTo>
                  <a:pt x="0" y="0"/>
                </a:moveTo>
                <a:lnTo>
                  <a:pt x="33867" y="0"/>
                </a:lnTo>
                <a:lnTo>
                  <a:pt x="33867" y="3428"/>
                </a:lnTo>
                <a:lnTo>
                  <a:pt x="0" y="3428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任意多边形: 形状 16"/>
          <p:cNvSpPr/>
          <p:nvPr/>
        </p:nvSpPr>
        <p:spPr>
          <a:xfrm>
            <a:off x="0" y="1224360"/>
            <a:ext cx="12192120" cy="9720"/>
          </a:xfrm>
          <a:custGeom>
            <a:avLst/>
            <a:gdLst/>
            <a:ahLst/>
            <a:cxnLst/>
            <a:rect l="0" t="0" r="r" b="b"/>
            <a:pathLst>
              <a:path w="33867" h="27">
                <a:moveTo>
                  <a:pt x="0" y="0"/>
                </a:moveTo>
                <a:lnTo>
                  <a:pt x="33867" y="0"/>
                </a:lnTo>
                <a:lnTo>
                  <a:pt x="338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1320" y="418320"/>
            <a:ext cx="3259080" cy="37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67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Project Background</a:t>
            </a:r>
            <a:endParaRPr lang="en-US" sz="2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5619600" y="1893240"/>
            <a:ext cx="952920" cy="942480"/>
          </a:xfrm>
          <a:custGeom>
            <a:avLst/>
            <a:gdLst/>
            <a:ahLst/>
            <a:cxnLst/>
            <a:rect l="0" t="0" r="r" b="b"/>
            <a:pathLst>
              <a:path w="2647" h="2618">
                <a:moveTo>
                  <a:pt x="2647" y="1310"/>
                </a:moveTo>
                <a:cubicBezTo>
                  <a:pt x="2647" y="1352"/>
                  <a:pt x="2645" y="1395"/>
                  <a:pt x="2640" y="1438"/>
                </a:cubicBezTo>
                <a:cubicBezTo>
                  <a:pt x="2636" y="1480"/>
                  <a:pt x="2630" y="1523"/>
                  <a:pt x="2621" y="1565"/>
                </a:cubicBezTo>
                <a:cubicBezTo>
                  <a:pt x="2613" y="1607"/>
                  <a:pt x="2602" y="1648"/>
                  <a:pt x="2590" y="1689"/>
                </a:cubicBezTo>
                <a:cubicBezTo>
                  <a:pt x="2577" y="1730"/>
                  <a:pt x="2563" y="1771"/>
                  <a:pt x="2546" y="1810"/>
                </a:cubicBezTo>
                <a:cubicBezTo>
                  <a:pt x="2529" y="1850"/>
                  <a:pt x="2511" y="1889"/>
                  <a:pt x="2491" y="1926"/>
                </a:cubicBezTo>
                <a:cubicBezTo>
                  <a:pt x="2470" y="1964"/>
                  <a:pt x="2448" y="2001"/>
                  <a:pt x="2424" y="2036"/>
                </a:cubicBezTo>
                <a:cubicBezTo>
                  <a:pt x="2400" y="2072"/>
                  <a:pt x="2374" y="2106"/>
                  <a:pt x="2346" y="2140"/>
                </a:cubicBezTo>
                <a:cubicBezTo>
                  <a:pt x="2319" y="2173"/>
                  <a:pt x="2290" y="2204"/>
                  <a:pt x="2259" y="2235"/>
                </a:cubicBezTo>
                <a:cubicBezTo>
                  <a:pt x="2229" y="2265"/>
                  <a:pt x="2197" y="2294"/>
                  <a:pt x="2163" y="2321"/>
                </a:cubicBezTo>
                <a:cubicBezTo>
                  <a:pt x="2130" y="2348"/>
                  <a:pt x="2095" y="2374"/>
                  <a:pt x="2059" y="2397"/>
                </a:cubicBezTo>
                <a:cubicBezTo>
                  <a:pt x="2023" y="2421"/>
                  <a:pt x="1986" y="2443"/>
                  <a:pt x="1947" y="2463"/>
                </a:cubicBezTo>
                <a:cubicBezTo>
                  <a:pt x="1909" y="2484"/>
                  <a:pt x="1870" y="2502"/>
                  <a:pt x="1830" y="2518"/>
                </a:cubicBezTo>
                <a:cubicBezTo>
                  <a:pt x="1790" y="2535"/>
                  <a:pt x="1749" y="2549"/>
                  <a:pt x="1708" y="2562"/>
                </a:cubicBezTo>
                <a:cubicBezTo>
                  <a:pt x="1666" y="2574"/>
                  <a:pt x="1624" y="2584"/>
                  <a:pt x="1581" y="2593"/>
                </a:cubicBezTo>
                <a:cubicBezTo>
                  <a:pt x="1538" y="2601"/>
                  <a:pt x="1496" y="2607"/>
                  <a:pt x="1453" y="2612"/>
                </a:cubicBezTo>
                <a:cubicBezTo>
                  <a:pt x="1409" y="2616"/>
                  <a:pt x="1366" y="2618"/>
                  <a:pt x="1323" y="2618"/>
                </a:cubicBezTo>
                <a:cubicBezTo>
                  <a:pt x="1280" y="2618"/>
                  <a:pt x="1236" y="2616"/>
                  <a:pt x="1193" y="2612"/>
                </a:cubicBezTo>
                <a:cubicBezTo>
                  <a:pt x="1150" y="2607"/>
                  <a:pt x="1107" y="2601"/>
                  <a:pt x="1065" y="2593"/>
                </a:cubicBezTo>
                <a:cubicBezTo>
                  <a:pt x="1022" y="2584"/>
                  <a:pt x="980" y="2574"/>
                  <a:pt x="939" y="2562"/>
                </a:cubicBezTo>
                <a:cubicBezTo>
                  <a:pt x="897" y="2549"/>
                  <a:pt x="857" y="2535"/>
                  <a:pt x="817" y="2518"/>
                </a:cubicBezTo>
                <a:cubicBezTo>
                  <a:pt x="777" y="2502"/>
                  <a:pt x="737" y="2484"/>
                  <a:pt x="699" y="2463"/>
                </a:cubicBezTo>
                <a:cubicBezTo>
                  <a:pt x="661" y="2443"/>
                  <a:pt x="624" y="2421"/>
                  <a:pt x="588" y="2397"/>
                </a:cubicBezTo>
                <a:cubicBezTo>
                  <a:pt x="552" y="2374"/>
                  <a:pt x="517" y="2348"/>
                  <a:pt x="484" y="2321"/>
                </a:cubicBezTo>
                <a:cubicBezTo>
                  <a:pt x="450" y="2294"/>
                  <a:pt x="418" y="2265"/>
                  <a:pt x="387" y="2235"/>
                </a:cubicBezTo>
                <a:cubicBezTo>
                  <a:pt x="357" y="2204"/>
                  <a:pt x="328" y="2173"/>
                  <a:pt x="300" y="2140"/>
                </a:cubicBezTo>
                <a:cubicBezTo>
                  <a:pt x="273" y="2106"/>
                  <a:pt x="247" y="2072"/>
                  <a:pt x="223" y="2036"/>
                </a:cubicBezTo>
                <a:cubicBezTo>
                  <a:pt x="199" y="2001"/>
                  <a:pt x="177" y="1964"/>
                  <a:pt x="156" y="1926"/>
                </a:cubicBezTo>
                <a:cubicBezTo>
                  <a:pt x="136" y="1889"/>
                  <a:pt x="117" y="1850"/>
                  <a:pt x="101" y="1810"/>
                </a:cubicBezTo>
                <a:cubicBezTo>
                  <a:pt x="84" y="1771"/>
                  <a:pt x="69" y="1730"/>
                  <a:pt x="57" y="1689"/>
                </a:cubicBezTo>
                <a:cubicBezTo>
                  <a:pt x="44" y="1648"/>
                  <a:pt x="34" y="1607"/>
                  <a:pt x="25" y="1565"/>
                </a:cubicBezTo>
                <a:cubicBezTo>
                  <a:pt x="17" y="1523"/>
                  <a:pt x="11" y="1480"/>
                  <a:pt x="6" y="1438"/>
                </a:cubicBezTo>
                <a:cubicBezTo>
                  <a:pt x="2" y="1395"/>
                  <a:pt x="0" y="1352"/>
                  <a:pt x="0" y="1310"/>
                </a:cubicBezTo>
                <a:cubicBezTo>
                  <a:pt x="0" y="1266"/>
                  <a:pt x="2" y="1223"/>
                  <a:pt x="6" y="1180"/>
                </a:cubicBezTo>
                <a:cubicBezTo>
                  <a:pt x="11" y="1138"/>
                  <a:pt x="17" y="1095"/>
                  <a:pt x="25" y="1053"/>
                </a:cubicBezTo>
                <a:cubicBezTo>
                  <a:pt x="34" y="1011"/>
                  <a:pt x="44" y="970"/>
                  <a:pt x="57" y="929"/>
                </a:cubicBezTo>
                <a:cubicBezTo>
                  <a:pt x="69" y="888"/>
                  <a:pt x="84" y="847"/>
                  <a:pt x="101" y="808"/>
                </a:cubicBezTo>
                <a:cubicBezTo>
                  <a:pt x="117" y="768"/>
                  <a:pt x="136" y="730"/>
                  <a:pt x="156" y="692"/>
                </a:cubicBezTo>
                <a:cubicBezTo>
                  <a:pt x="177" y="654"/>
                  <a:pt x="199" y="617"/>
                  <a:pt x="223" y="582"/>
                </a:cubicBezTo>
                <a:cubicBezTo>
                  <a:pt x="247" y="546"/>
                  <a:pt x="273" y="512"/>
                  <a:pt x="300" y="479"/>
                </a:cubicBezTo>
                <a:cubicBezTo>
                  <a:pt x="328" y="445"/>
                  <a:pt x="357" y="414"/>
                  <a:pt x="387" y="383"/>
                </a:cubicBezTo>
                <a:cubicBezTo>
                  <a:pt x="418" y="353"/>
                  <a:pt x="450" y="324"/>
                  <a:pt x="484" y="297"/>
                </a:cubicBezTo>
                <a:cubicBezTo>
                  <a:pt x="517" y="270"/>
                  <a:pt x="552" y="244"/>
                  <a:pt x="588" y="221"/>
                </a:cubicBezTo>
                <a:cubicBezTo>
                  <a:pt x="624" y="197"/>
                  <a:pt x="661" y="175"/>
                  <a:pt x="699" y="155"/>
                </a:cubicBezTo>
                <a:cubicBezTo>
                  <a:pt x="737" y="134"/>
                  <a:pt x="777" y="116"/>
                  <a:pt x="817" y="100"/>
                </a:cubicBezTo>
                <a:cubicBezTo>
                  <a:pt x="857" y="83"/>
                  <a:pt x="897" y="69"/>
                  <a:pt x="939" y="57"/>
                </a:cubicBezTo>
                <a:cubicBezTo>
                  <a:pt x="980" y="44"/>
                  <a:pt x="1022" y="34"/>
                  <a:pt x="1065" y="25"/>
                </a:cubicBezTo>
                <a:cubicBezTo>
                  <a:pt x="1107" y="17"/>
                  <a:pt x="1150" y="11"/>
                  <a:pt x="1193" y="6"/>
                </a:cubicBezTo>
                <a:cubicBezTo>
                  <a:pt x="1236" y="2"/>
                  <a:pt x="1280" y="0"/>
                  <a:pt x="1323" y="0"/>
                </a:cubicBezTo>
                <a:cubicBezTo>
                  <a:pt x="1366" y="0"/>
                  <a:pt x="1409" y="2"/>
                  <a:pt x="1453" y="6"/>
                </a:cubicBezTo>
                <a:cubicBezTo>
                  <a:pt x="1496" y="11"/>
                  <a:pt x="1538" y="17"/>
                  <a:pt x="1581" y="25"/>
                </a:cubicBezTo>
                <a:cubicBezTo>
                  <a:pt x="1624" y="34"/>
                  <a:pt x="1666" y="44"/>
                  <a:pt x="1708" y="57"/>
                </a:cubicBezTo>
                <a:cubicBezTo>
                  <a:pt x="1749" y="69"/>
                  <a:pt x="1790" y="83"/>
                  <a:pt x="1830" y="100"/>
                </a:cubicBezTo>
                <a:cubicBezTo>
                  <a:pt x="1870" y="116"/>
                  <a:pt x="1909" y="134"/>
                  <a:pt x="1947" y="155"/>
                </a:cubicBezTo>
                <a:cubicBezTo>
                  <a:pt x="1986" y="175"/>
                  <a:pt x="2023" y="197"/>
                  <a:pt x="2059" y="221"/>
                </a:cubicBezTo>
                <a:cubicBezTo>
                  <a:pt x="2095" y="244"/>
                  <a:pt x="2130" y="270"/>
                  <a:pt x="2163" y="297"/>
                </a:cubicBezTo>
                <a:cubicBezTo>
                  <a:pt x="2197" y="324"/>
                  <a:pt x="2229" y="353"/>
                  <a:pt x="2259" y="383"/>
                </a:cubicBezTo>
                <a:cubicBezTo>
                  <a:pt x="2290" y="414"/>
                  <a:pt x="2319" y="445"/>
                  <a:pt x="2346" y="479"/>
                </a:cubicBezTo>
                <a:cubicBezTo>
                  <a:pt x="2374" y="512"/>
                  <a:pt x="2400" y="546"/>
                  <a:pt x="2424" y="582"/>
                </a:cubicBezTo>
                <a:cubicBezTo>
                  <a:pt x="2448" y="617"/>
                  <a:pt x="2470" y="654"/>
                  <a:pt x="2491" y="692"/>
                </a:cubicBezTo>
                <a:cubicBezTo>
                  <a:pt x="2511" y="730"/>
                  <a:pt x="2529" y="768"/>
                  <a:pt x="2546" y="808"/>
                </a:cubicBezTo>
                <a:cubicBezTo>
                  <a:pt x="2563" y="847"/>
                  <a:pt x="2577" y="888"/>
                  <a:pt x="2590" y="929"/>
                </a:cubicBezTo>
                <a:cubicBezTo>
                  <a:pt x="2602" y="970"/>
                  <a:pt x="2613" y="1011"/>
                  <a:pt x="2621" y="1053"/>
                </a:cubicBezTo>
                <a:cubicBezTo>
                  <a:pt x="2630" y="1095"/>
                  <a:pt x="2636" y="1138"/>
                  <a:pt x="2640" y="1180"/>
                </a:cubicBezTo>
                <a:cubicBezTo>
                  <a:pt x="2645" y="1223"/>
                  <a:pt x="2647" y="1266"/>
                  <a:pt x="2647" y="1310"/>
                </a:cubicBezTo>
                <a:close/>
              </a:path>
            </a:pathLst>
          </a:custGeom>
          <a:solidFill>
            <a:srgbClr val="F4A26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349360" y="523080"/>
            <a:ext cx="271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- 2 -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32520" y="2155320"/>
            <a:ext cx="380520" cy="42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9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!</a:t>
            </a:r>
            <a:endParaRPr lang="en-US" sz="29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37840" y="3333240"/>
            <a:ext cx="2112120" cy="757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534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350M+</a:t>
            </a:r>
            <a:endParaRPr lang="en-US" sz="5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464280" y="4622040"/>
            <a:ext cx="5263560" cy="29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70" b="0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global depression patients (2025 WHO data)</a:t>
            </a:r>
            <a:endParaRPr lang="en-US" sz="20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0" y="6302160"/>
            <a:ext cx="12192120" cy="555840"/>
          </a:xfrm>
          <a:custGeom>
            <a:avLst/>
            <a:gdLst/>
            <a:ahLst/>
            <a:cxnLst/>
            <a:rect l="0" t="0" r="r" b="b"/>
            <a:pathLst>
              <a:path w="33867" h="1544">
                <a:moveTo>
                  <a:pt x="0" y="0"/>
                </a:moveTo>
                <a:lnTo>
                  <a:pt x="33867" y="0"/>
                </a:lnTo>
                <a:lnTo>
                  <a:pt x="33867" y="1544"/>
                </a:lnTo>
                <a:lnTo>
                  <a:pt x="0" y="1544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任意多边形: 形状 24"/>
          <p:cNvSpPr/>
          <p:nvPr/>
        </p:nvSpPr>
        <p:spPr>
          <a:xfrm>
            <a:off x="0" y="6302160"/>
            <a:ext cx="12192120" cy="9720"/>
          </a:xfrm>
          <a:custGeom>
            <a:avLst/>
            <a:gdLst/>
            <a:ahLst/>
            <a:cxnLst/>
            <a:rect l="0" t="0" r="r" b="b"/>
            <a:pathLst>
              <a:path w="33867" h="27">
                <a:moveTo>
                  <a:pt x="0" y="0"/>
                </a:moveTo>
                <a:lnTo>
                  <a:pt x="33867" y="0"/>
                </a:lnTo>
                <a:lnTo>
                  <a:pt x="338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041720" y="5519520"/>
            <a:ext cx="41090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90" b="0" i="1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Source: WHO Global Mental Health Report 2025</a:t>
            </a:r>
            <a:endParaRPr lang="en-US" sz="14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349360" y="6495480"/>
            <a:ext cx="271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- 2 -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任意多边形: 形状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任意多边形: 形状 29"/>
          <p:cNvSpPr/>
          <p:nvPr/>
        </p:nvSpPr>
        <p:spPr>
          <a:xfrm>
            <a:off x="0" y="0"/>
            <a:ext cx="12192120" cy="1248120"/>
          </a:xfrm>
          <a:custGeom>
            <a:avLst/>
            <a:gdLst/>
            <a:ahLst/>
            <a:cxnLst/>
            <a:rect l="0" t="0" r="r" b="b"/>
            <a:pathLst>
              <a:path w="33867" h="3467">
                <a:moveTo>
                  <a:pt x="0" y="0"/>
                </a:moveTo>
                <a:lnTo>
                  <a:pt x="33867" y="0"/>
                </a:lnTo>
                <a:lnTo>
                  <a:pt x="33867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0" y="123804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71320" y="423000"/>
            <a:ext cx="186840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Market Gap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1349360" y="528840"/>
            <a:ext cx="271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- 3 -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102760" y="3581640"/>
            <a:ext cx="7986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Unmet demand for </a:t>
            </a:r>
            <a:r>
              <a:rPr lang="en-US" sz="240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warm words</a:t>
            </a:r>
            <a:r>
              <a:rPr lang="en-US" sz="2400" b="0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 + </a:t>
            </a:r>
            <a:r>
              <a:rPr lang="en-US" sz="240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psychological support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0" y="6295680"/>
            <a:ext cx="12192120" cy="562320"/>
          </a:xfrm>
          <a:custGeom>
            <a:avLst/>
            <a:gdLst/>
            <a:ahLst/>
            <a:cxnLst/>
            <a:rect l="0" t="0" r="r" b="b"/>
            <a:pathLst>
              <a:path w="33867" h="1562">
                <a:moveTo>
                  <a:pt x="0" y="0"/>
                </a:moveTo>
                <a:lnTo>
                  <a:pt x="33867" y="0"/>
                </a:lnTo>
                <a:lnTo>
                  <a:pt x="33867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任意多边形: 形状 35"/>
          <p:cNvSpPr/>
          <p:nvPr/>
        </p:nvSpPr>
        <p:spPr>
          <a:xfrm>
            <a:off x="0" y="629568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631040" y="4570920"/>
            <a:ext cx="29340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i="1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Source: Wenjuanxing 2025 Survey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3333600" y="2571480"/>
            <a:ext cx="5334480" cy="572040"/>
          </a:xfrm>
          <a:custGeom>
            <a:avLst/>
            <a:gdLst/>
            <a:ahLst/>
            <a:cxnLst/>
            <a:rect l="0" t="0" r="r" b="b"/>
            <a:pathLst>
              <a:path w="14818" h="1589">
                <a:moveTo>
                  <a:pt x="0" y="794"/>
                </a:moveTo>
                <a:cubicBezTo>
                  <a:pt x="0" y="768"/>
                  <a:pt x="1" y="742"/>
                  <a:pt x="4" y="716"/>
                </a:cubicBezTo>
                <a:cubicBezTo>
                  <a:pt x="6" y="690"/>
                  <a:pt x="10" y="665"/>
                  <a:pt x="15" y="639"/>
                </a:cubicBezTo>
                <a:cubicBezTo>
                  <a:pt x="20" y="614"/>
                  <a:pt x="27" y="588"/>
                  <a:pt x="34" y="564"/>
                </a:cubicBezTo>
                <a:cubicBezTo>
                  <a:pt x="42" y="539"/>
                  <a:pt x="50" y="514"/>
                  <a:pt x="60" y="490"/>
                </a:cubicBezTo>
                <a:cubicBezTo>
                  <a:pt x="70" y="466"/>
                  <a:pt x="81" y="443"/>
                  <a:pt x="94" y="420"/>
                </a:cubicBezTo>
                <a:cubicBezTo>
                  <a:pt x="106" y="397"/>
                  <a:pt x="119" y="375"/>
                  <a:pt x="134" y="353"/>
                </a:cubicBezTo>
                <a:cubicBezTo>
                  <a:pt x="148" y="331"/>
                  <a:pt x="164" y="311"/>
                  <a:pt x="180" y="290"/>
                </a:cubicBezTo>
                <a:cubicBezTo>
                  <a:pt x="197" y="270"/>
                  <a:pt x="214" y="251"/>
                  <a:pt x="232" y="233"/>
                </a:cubicBezTo>
                <a:cubicBezTo>
                  <a:pt x="251" y="214"/>
                  <a:pt x="270" y="197"/>
                  <a:pt x="290" y="180"/>
                </a:cubicBezTo>
                <a:cubicBezTo>
                  <a:pt x="310" y="164"/>
                  <a:pt x="331" y="148"/>
                  <a:pt x="353" y="134"/>
                </a:cubicBezTo>
                <a:cubicBezTo>
                  <a:pt x="374" y="120"/>
                  <a:pt x="397" y="106"/>
                  <a:pt x="419" y="94"/>
                </a:cubicBezTo>
                <a:cubicBezTo>
                  <a:pt x="442" y="82"/>
                  <a:pt x="466" y="71"/>
                  <a:pt x="490" y="61"/>
                </a:cubicBezTo>
                <a:cubicBezTo>
                  <a:pt x="514" y="51"/>
                  <a:pt x="538" y="42"/>
                  <a:pt x="563" y="34"/>
                </a:cubicBezTo>
                <a:cubicBezTo>
                  <a:pt x="588" y="27"/>
                  <a:pt x="613" y="21"/>
                  <a:pt x="639" y="16"/>
                </a:cubicBezTo>
                <a:cubicBezTo>
                  <a:pt x="664" y="10"/>
                  <a:pt x="690" y="7"/>
                  <a:pt x="716" y="4"/>
                </a:cubicBezTo>
                <a:cubicBezTo>
                  <a:pt x="742" y="2"/>
                  <a:pt x="768" y="0"/>
                  <a:pt x="794" y="0"/>
                </a:cubicBezTo>
                <a:lnTo>
                  <a:pt x="14024" y="0"/>
                </a:lnTo>
                <a:cubicBezTo>
                  <a:pt x="14050" y="0"/>
                  <a:pt x="14076" y="2"/>
                  <a:pt x="14102" y="4"/>
                </a:cubicBezTo>
                <a:cubicBezTo>
                  <a:pt x="14128" y="7"/>
                  <a:pt x="14153" y="10"/>
                  <a:pt x="14179" y="16"/>
                </a:cubicBezTo>
                <a:cubicBezTo>
                  <a:pt x="14204" y="21"/>
                  <a:pt x="14229" y="27"/>
                  <a:pt x="14254" y="34"/>
                </a:cubicBezTo>
                <a:cubicBezTo>
                  <a:pt x="14279" y="42"/>
                  <a:pt x="14304" y="51"/>
                  <a:pt x="14328" y="61"/>
                </a:cubicBezTo>
                <a:cubicBezTo>
                  <a:pt x="14352" y="71"/>
                  <a:pt x="14375" y="82"/>
                  <a:pt x="14398" y="94"/>
                </a:cubicBezTo>
                <a:cubicBezTo>
                  <a:pt x="14421" y="106"/>
                  <a:pt x="14443" y="120"/>
                  <a:pt x="14465" y="134"/>
                </a:cubicBezTo>
                <a:cubicBezTo>
                  <a:pt x="14486" y="148"/>
                  <a:pt x="14507" y="164"/>
                  <a:pt x="14527" y="180"/>
                </a:cubicBezTo>
                <a:cubicBezTo>
                  <a:pt x="14547" y="197"/>
                  <a:pt x="14567" y="214"/>
                  <a:pt x="14585" y="233"/>
                </a:cubicBezTo>
                <a:cubicBezTo>
                  <a:pt x="14603" y="251"/>
                  <a:pt x="14621" y="270"/>
                  <a:pt x="14637" y="290"/>
                </a:cubicBezTo>
                <a:cubicBezTo>
                  <a:pt x="14654" y="311"/>
                  <a:pt x="14669" y="331"/>
                  <a:pt x="14684" y="353"/>
                </a:cubicBezTo>
                <a:cubicBezTo>
                  <a:pt x="14698" y="375"/>
                  <a:pt x="14712" y="397"/>
                  <a:pt x="14724" y="420"/>
                </a:cubicBezTo>
                <a:cubicBezTo>
                  <a:pt x="14736" y="443"/>
                  <a:pt x="14747" y="466"/>
                  <a:pt x="14757" y="490"/>
                </a:cubicBezTo>
                <a:cubicBezTo>
                  <a:pt x="14767" y="514"/>
                  <a:pt x="14776" y="539"/>
                  <a:pt x="14783" y="564"/>
                </a:cubicBezTo>
                <a:cubicBezTo>
                  <a:pt x="14791" y="588"/>
                  <a:pt x="14797" y="614"/>
                  <a:pt x="14802" y="639"/>
                </a:cubicBezTo>
                <a:cubicBezTo>
                  <a:pt x="14807" y="665"/>
                  <a:pt x="14811" y="690"/>
                  <a:pt x="14814" y="716"/>
                </a:cubicBezTo>
                <a:cubicBezTo>
                  <a:pt x="14816" y="742"/>
                  <a:pt x="14818" y="768"/>
                  <a:pt x="14818" y="794"/>
                </a:cubicBezTo>
                <a:cubicBezTo>
                  <a:pt x="14818" y="820"/>
                  <a:pt x="14816" y="846"/>
                  <a:pt x="14814" y="872"/>
                </a:cubicBezTo>
                <a:cubicBezTo>
                  <a:pt x="14811" y="898"/>
                  <a:pt x="14807" y="923"/>
                  <a:pt x="14802" y="949"/>
                </a:cubicBezTo>
                <a:cubicBezTo>
                  <a:pt x="14797" y="974"/>
                  <a:pt x="14791" y="1000"/>
                  <a:pt x="14783" y="1024"/>
                </a:cubicBezTo>
                <a:cubicBezTo>
                  <a:pt x="14776" y="1049"/>
                  <a:pt x="14767" y="1074"/>
                  <a:pt x="14757" y="1098"/>
                </a:cubicBezTo>
                <a:cubicBezTo>
                  <a:pt x="14747" y="1122"/>
                  <a:pt x="14736" y="1145"/>
                  <a:pt x="14724" y="1168"/>
                </a:cubicBezTo>
                <a:cubicBezTo>
                  <a:pt x="14712" y="1191"/>
                  <a:pt x="14698" y="1213"/>
                  <a:pt x="14684" y="1235"/>
                </a:cubicBezTo>
                <a:cubicBezTo>
                  <a:pt x="14669" y="1257"/>
                  <a:pt x="14654" y="1277"/>
                  <a:pt x="14637" y="1298"/>
                </a:cubicBezTo>
                <a:cubicBezTo>
                  <a:pt x="14621" y="1318"/>
                  <a:pt x="14603" y="1337"/>
                  <a:pt x="14585" y="1355"/>
                </a:cubicBezTo>
                <a:cubicBezTo>
                  <a:pt x="14567" y="1374"/>
                  <a:pt x="14547" y="1391"/>
                  <a:pt x="14527" y="1408"/>
                </a:cubicBezTo>
                <a:cubicBezTo>
                  <a:pt x="14507" y="1424"/>
                  <a:pt x="14486" y="1440"/>
                  <a:pt x="14465" y="1454"/>
                </a:cubicBezTo>
                <a:cubicBezTo>
                  <a:pt x="14443" y="1468"/>
                  <a:pt x="14421" y="1482"/>
                  <a:pt x="14398" y="1494"/>
                </a:cubicBezTo>
                <a:cubicBezTo>
                  <a:pt x="14375" y="1506"/>
                  <a:pt x="14352" y="1517"/>
                  <a:pt x="14328" y="1527"/>
                </a:cubicBezTo>
                <a:cubicBezTo>
                  <a:pt x="14304" y="1537"/>
                  <a:pt x="14279" y="1546"/>
                  <a:pt x="14254" y="1554"/>
                </a:cubicBezTo>
                <a:cubicBezTo>
                  <a:pt x="14229" y="1561"/>
                  <a:pt x="14204" y="1567"/>
                  <a:pt x="14179" y="1572"/>
                </a:cubicBezTo>
                <a:cubicBezTo>
                  <a:pt x="14153" y="1578"/>
                  <a:pt x="14128" y="1581"/>
                  <a:pt x="14102" y="1584"/>
                </a:cubicBezTo>
                <a:cubicBezTo>
                  <a:pt x="14076" y="1587"/>
                  <a:pt x="14050" y="1589"/>
                  <a:pt x="14024" y="1589"/>
                </a:cubicBezTo>
                <a:lnTo>
                  <a:pt x="794" y="1589"/>
                </a:lnTo>
                <a:cubicBezTo>
                  <a:pt x="768" y="1589"/>
                  <a:pt x="742" y="1587"/>
                  <a:pt x="716" y="1584"/>
                </a:cubicBezTo>
                <a:cubicBezTo>
                  <a:pt x="690" y="1581"/>
                  <a:pt x="664" y="1578"/>
                  <a:pt x="639" y="1572"/>
                </a:cubicBezTo>
                <a:cubicBezTo>
                  <a:pt x="613" y="1567"/>
                  <a:pt x="588" y="1561"/>
                  <a:pt x="563" y="1554"/>
                </a:cubicBezTo>
                <a:cubicBezTo>
                  <a:pt x="538" y="1546"/>
                  <a:pt x="514" y="1537"/>
                  <a:pt x="490" y="1527"/>
                </a:cubicBezTo>
                <a:cubicBezTo>
                  <a:pt x="466" y="1517"/>
                  <a:pt x="442" y="1506"/>
                  <a:pt x="419" y="1494"/>
                </a:cubicBezTo>
                <a:cubicBezTo>
                  <a:pt x="397" y="1482"/>
                  <a:pt x="374" y="1468"/>
                  <a:pt x="353" y="1454"/>
                </a:cubicBezTo>
                <a:cubicBezTo>
                  <a:pt x="331" y="1440"/>
                  <a:pt x="310" y="1424"/>
                  <a:pt x="290" y="1408"/>
                </a:cubicBezTo>
                <a:cubicBezTo>
                  <a:pt x="270" y="1391"/>
                  <a:pt x="251" y="1374"/>
                  <a:pt x="232" y="1355"/>
                </a:cubicBezTo>
                <a:cubicBezTo>
                  <a:pt x="214" y="1337"/>
                  <a:pt x="197" y="1318"/>
                  <a:pt x="180" y="1298"/>
                </a:cubicBezTo>
                <a:cubicBezTo>
                  <a:pt x="164" y="1277"/>
                  <a:pt x="148" y="1257"/>
                  <a:pt x="134" y="1235"/>
                </a:cubicBezTo>
                <a:cubicBezTo>
                  <a:pt x="119" y="1213"/>
                  <a:pt x="106" y="1191"/>
                  <a:pt x="94" y="1168"/>
                </a:cubicBezTo>
                <a:cubicBezTo>
                  <a:pt x="81" y="1145"/>
                  <a:pt x="70" y="1122"/>
                  <a:pt x="60" y="1098"/>
                </a:cubicBezTo>
                <a:cubicBezTo>
                  <a:pt x="50" y="1074"/>
                  <a:pt x="42" y="1049"/>
                  <a:pt x="34" y="1024"/>
                </a:cubicBezTo>
                <a:cubicBezTo>
                  <a:pt x="27" y="1000"/>
                  <a:pt x="20" y="974"/>
                  <a:pt x="15" y="949"/>
                </a:cubicBezTo>
                <a:cubicBezTo>
                  <a:pt x="10" y="923"/>
                  <a:pt x="6" y="898"/>
                  <a:pt x="4" y="872"/>
                </a:cubicBezTo>
                <a:cubicBezTo>
                  <a:pt x="1" y="846"/>
                  <a:pt x="0" y="820"/>
                  <a:pt x="0" y="794"/>
                </a:cubicBezTo>
                <a:close/>
              </a:path>
            </a:pathLst>
          </a:custGeom>
          <a:gradFill flip="none" rotWithShape="1">
            <a:gsLst>
              <a:gs pos="0">
                <a:srgbClr val="2A9D8F">
                  <a:shade val="30000"/>
                  <a:satMod val="115000"/>
                </a:srgbClr>
              </a:gs>
              <a:gs pos="50000">
                <a:srgbClr val="2A9D8F">
                  <a:shade val="67500"/>
                  <a:satMod val="115000"/>
                </a:srgbClr>
              </a:gs>
              <a:gs pos="100000">
                <a:srgbClr val="2A9D8F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1349360" y="6491520"/>
            <a:ext cx="271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- 3 -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057440" y="2726640"/>
            <a:ext cx="776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84.35%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任意多边形: 形状 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任意多边形: 形状 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任意多边形: 形状 42"/>
          <p:cNvSpPr/>
          <p:nvPr/>
        </p:nvSpPr>
        <p:spPr>
          <a:xfrm>
            <a:off x="0" y="0"/>
            <a:ext cx="12192120" cy="1248120"/>
          </a:xfrm>
          <a:custGeom>
            <a:avLst/>
            <a:gdLst/>
            <a:ahLst/>
            <a:cxnLst/>
            <a:rect l="0" t="0" r="r" b="b"/>
            <a:pathLst>
              <a:path w="33867" h="3467">
                <a:moveTo>
                  <a:pt x="0" y="0"/>
                </a:moveTo>
                <a:lnTo>
                  <a:pt x="33867" y="0"/>
                </a:lnTo>
                <a:lnTo>
                  <a:pt x="33867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0" y="123804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71320" y="423000"/>
            <a:ext cx="198288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Core Values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任意多边形: 形状 45"/>
          <p:cNvSpPr/>
          <p:nvPr/>
        </p:nvSpPr>
        <p:spPr>
          <a:xfrm>
            <a:off x="571320" y="1342800"/>
            <a:ext cx="3429360" cy="4858200"/>
          </a:xfrm>
          <a:custGeom>
            <a:avLst/>
            <a:gdLst/>
            <a:ahLst/>
            <a:cxnLst/>
            <a:rect l="0" t="0" r="r" b="b"/>
            <a:pathLst>
              <a:path w="9526" h="13495">
                <a:moveTo>
                  <a:pt x="0" y="13072"/>
                </a:moveTo>
                <a:lnTo>
                  <a:pt x="0" y="423"/>
                </a:lnTo>
                <a:cubicBezTo>
                  <a:pt x="0" y="396"/>
                  <a:pt x="3" y="368"/>
                  <a:pt x="8" y="341"/>
                </a:cubicBezTo>
                <a:cubicBezTo>
                  <a:pt x="14" y="314"/>
                  <a:pt x="22" y="287"/>
                  <a:pt x="32" y="261"/>
                </a:cubicBezTo>
                <a:cubicBezTo>
                  <a:pt x="43" y="236"/>
                  <a:pt x="56" y="211"/>
                  <a:pt x="71" y="188"/>
                </a:cubicBezTo>
                <a:cubicBezTo>
                  <a:pt x="87" y="165"/>
                  <a:pt x="104" y="144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1" y="56"/>
                  <a:pt x="236" y="43"/>
                  <a:pt x="261" y="32"/>
                </a:cubicBezTo>
                <a:cubicBezTo>
                  <a:pt x="287" y="22"/>
                  <a:pt x="313" y="14"/>
                  <a:pt x="341" y="8"/>
                </a:cubicBezTo>
                <a:cubicBezTo>
                  <a:pt x="368" y="3"/>
                  <a:pt x="396" y="0"/>
                  <a:pt x="423" y="0"/>
                </a:cubicBezTo>
                <a:lnTo>
                  <a:pt x="9103" y="0"/>
                </a:lnTo>
                <a:cubicBezTo>
                  <a:pt x="9130" y="0"/>
                  <a:pt x="9158" y="3"/>
                  <a:pt x="9185" y="8"/>
                </a:cubicBezTo>
                <a:cubicBezTo>
                  <a:pt x="9213" y="14"/>
                  <a:pt x="9239" y="22"/>
                  <a:pt x="9265" y="32"/>
                </a:cubicBezTo>
                <a:cubicBezTo>
                  <a:pt x="9290" y="43"/>
                  <a:pt x="9315" y="56"/>
                  <a:pt x="9338" y="71"/>
                </a:cubicBezTo>
                <a:cubicBezTo>
                  <a:pt x="9361" y="87"/>
                  <a:pt x="9382" y="104"/>
                  <a:pt x="9402" y="124"/>
                </a:cubicBezTo>
                <a:cubicBezTo>
                  <a:pt x="9422" y="144"/>
                  <a:pt x="9439" y="165"/>
                  <a:pt x="9455" y="188"/>
                </a:cubicBezTo>
                <a:cubicBezTo>
                  <a:pt x="9470" y="211"/>
                  <a:pt x="9483" y="236"/>
                  <a:pt x="9494" y="261"/>
                </a:cubicBezTo>
                <a:cubicBezTo>
                  <a:pt x="9504" y="287"/>
                  <a:pt x="9512" y="314"/>
                  <a:pt x="9518" y="341"/>
                </a:cubicBezTo>
                <a:cubicBezTo>
                  <a:pt x="9523" y="368"/>
                  <a:pt x="9526" y="396"/>
                  <a:pt x="9526" y="423"/>
                </a:cubicBezTo>
                <a:lnTo>
                  <a:pt x="9526" y="13072"/>
                </a:lnTo>
                <a:cubicBezTo>
                  <a:pt x="9526" y="13099"/>
                  <a:pt x="9523" y="13127"/>
                  <a:pt x="9518" y="13154"/>
                </a:cubicBezTo>
                <a:cubicBezTo>
                  <a:pt x="9512" y="13181"/>
                  <a:pt x="9504" y="13208"/>
                  <a:pt x="9494" y="13234"/>
                </a:cubicBezTo>
                <a:cubicBezTo>
                  <a:pt x="9483" y="13259"/>
                  <a:pt x="9470" y="13284"/>
                  <a:pt x="9455" y="13307"/>
                </a:cubicBezTo>
                <a:cubicBezTo>
                  <a:pt x="9439" y="13330"/>
                  <a:pt x="9422" y="13351"/>
                  <a:pt x="9402" y="13371"/>
                </a:cubicBezTo>
                <a:cubicBezTo>
                  <a:pt x="9382" y="13391"/>
                  <a:pt x="9361" y="13408"/>
                  <a:pt x="9338" y="13424"/>
                </a:cubicBezTo>
                <a:cubicBezTo>
                  <a:pt x="9315" y="13439"/>
                  <a:pt x="9290" y="13452"/>
                  <a:pt x="9265" y="13463"/>
                </a:cubicBezTo>
                <a:cubicBezTo>
                  <a:pt x="9239" y="13473"/>
                  <a:pt x="9213" y="13481"/>
                  <a:pt x="9185" y="13487"/>
                </a:cubicBezTo>
                <a:cubicBezTo>
                  <a:pt x="9158" y="13492"/>
                  <a:pt x="9130" y="13495"/>
                  <a:pt x="9103" y="13495"/>
                </a:cubicBezTo>
                <a:lnTo>
                  <a:pt x="423" y="13495"/>
                </a:lnTo>
                <a:cubicBezTo>
                  <a:pt x="396" y="13495"/>
                  <a:pt x="368" y="13492"/>
                  <a:pt x="341" y="13487"/>
                </a:cubicBezTo>
                <a:cubicBezTo>
                  <a:pt x="313" y="13481"/>
                  <a:pt x="287" y="13473"/>
                  <a:pt x="261" y="13463"/>
                </a:cubicBezTo>
                <a:cubicBezTo>
                  <a:pt x="236" y="13452"/>
                  <a:pt x="211" y="13439"/>
                  <a:pt x="188" y="13424"/>
                </a:cubicBezTo>
                <a:cubicBezTo>
                  <a:pt x="165" y="13408"/>
                  <a:pt x="144" y="13391"/>
                  <a:pt x="124" y="13371"/>
                </a:cubicBezTo>
                <a:cubicBezTo>
                  <a:pt x="104" y="13351"/>
                  <a:pt x="87" y="13330"/>
                  <a:pt x="71" y="13307"/>
                </a:cubicBezTo>
                <a:cubicBezTo>
                  <a:pt x="56" y="13284"/>
                  <a:pt x="43" y="13259"/>
                  <a:pt x="32" y="13234"/>
                </a:cubicBezTo>
                <a:cubicBezTo>
                  <a:pt x="22" y="13208"/>
                  <a:pt x="14" y="13181"/>
                  <a:pt x="8" y="13154"/>
                </a:cubicBezTo>
                <a:cubicBezTo>
                  <a:pt x="3" y="13127"/>
                  <a:pt x="0" y="13099"/>
                  <a:pt x="0" y="13072"/>
                </a:cubicBezTo>
                <a:close/>
              </a:path>
            </a:pathLst>
          </a:custGeom>
          <a:solidFill>
            <a:srgbClr val="E76F51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任意多边形: 形状 46"/>
          <p:cNvSpPr/>
          <p:nvPr/>
        </p:nvSpPr>
        <p:spPr>
          <a:xfrm>
            <a:off x="1809720" y="1628640"/>
            <a:ext cx="952560" cy="952920"/>
          </a:xfrm>
          <a:custGeom>
            <a:avLst/>
            <a:gdLst/>
            <a:ahLst/>
            <a:cxnLst/>
            <a:rect l="0" t="0" r="r" b="b"/>
            <a:pathLst>
              <a:path w="2646" h="2647">
                <a:moveTo>
                  <a:pt x="2646" y="1323"/>
                </a:moveTo>
                <a:cubicBezTo>
                  <a:pt x="2646" y="1366"/>
                  <a:pt x="2644" y="1409"/>
                  <a:pt x="2640" y="1452"/>
                </a:cubicBezTo>
                <a:cubicBezTo>
                  <a:pt x="2636" y="1496"/>
                  <a:pt x="2629" y="1538"/>
                  <a:pt x="2621" y="1581"/>
                </a:cubicBezTo>
                <a:cubicBezTo>
                  <a:pt x="2613" y="1623"/>
                  <a:pt x="2602" y="1665"/>
                  <a:pt x="2589" y="1707"/>
                </a:cubicBezTo>
                <a:cubicBezTo>
                  <a:pt x="2577" y="1748"/>
                  <a:pt x="2562" y="1789"/>
                  <a:pt x="2546" y="1829"/>
                </a:cubicBezTo>
                <a:cubicBezTo>
                  <a:pt x="2529" y="1869"/>
                  <a:pt x="2511" y="1908"/>
                  <a:pt x="2490" y="1946"/>
                </a:cubicBezTo>
                <a:cubicBezTo>
                  <a:pt x="2470" y="1985"/>
                  <a:pt x="2448" y="2022"/>
                  <a:pt x="2423" y="2058"/>
                </a:cubicBezTo>
                <a:cubicBezTo>
                  <a:pt x="2399" y="2095"/>
                  <a:pt x="2374" y="2130"/>
                  <a:pt x="2346" y="2163"/>
                </a:cubicBezTo>
                <a:cubicBezTo>
                  <a:pt x="2319" y="2197"/>
                  <a:pt x="2290" y="2229"/>
                  <a:pt x="2259" y="2259"/>
                </a:cubicBezTo>
                <a:cubicBezTo>
                  <a:pt x="2228" y="2290"/>
                  <a:pt x="2196" y="2319"/>
                  <a:pt x="2163" y="2346"/>
                </a:cubicBezTo>
                <a:cubicBezTo>
                  <a:pt x="2129" y="2374"/>
                  <a:pt x="2094" y="2400"/>
                  <a:pt x="2058" y="2424"/>
                </a:cubicBezTo>
                <a:cubicBezTo>
                  <a:pt x="2022" y="2448"/>
                  <a:pt x="1985" y="2470"/>
                  <a:pt x="1947" y="2490"/>
                </a:cubicBezTo>
                <a:cubicBezTo>
                  <a:pt x="1909" y="2511"/>
                  <a:pt x="1870" y="2529"/>
                  <a:pt x="1830" y="2546"/>
                </a:cubicBezTo>
                <a:cubicBezTo>
                  <a:pt x="1790" y="2563"/>
                  <a:pt x="1749" y="2577"/>
                  <a:pt x="1708" y="2590"/>
                </a:cubicBezTo>
                <a:cubicBezTo>
                  <a:pt x="1666" y="2602"/>
                  <a:pt x="1624" y="2613"/>
                  <a:pt x="1581" y="2621"/>
                </a:cubicBezTo>
                <a:cubicBezTo>
                  <a:pt x="1538" y="2630"/>
                  <a:pt x="1495" y="2636"/>
                  <a:pt x="1452" y="2640"/>
                </a:cubicBezTo>
                <a:cubicBezTo>
                  <a:pt x="1409" y="2645"/>
                  <a:pt x="1366" y="2647"/>
                  <a:pt x="1322" y="2647"/>
                </a:cubicBezTo>
                <a:cubicBezTo>
                  <a:pt x="1279" y="2647"/>
                  <a:pt x="1236" y="2645"/>
                  <a:pt x="1193" y="2640"/>
                </a:cubicBezTo>
                <a:cubicBezTo>
                  <a:pt x="1150" y="2636"/>
                  <a:pt x="1107" y="2630"/>
                  <a:pt x="1064" y="2621"/>
                </a:cubicBezTo>
                <a:cubicBezTo>
                  <a:pt x="1022" y="2613"/>
                  <a:pt x="980" y="2602"/>
                  <a:pt x="938" y="2590"/>
                </a:cubicBezTo>
                <a:cubicBezTo>
                  <a:pt x="897" y="2577"/>
                  <a:pt x="856" y="2563"/>
                  <a:pt x="816" y="2546"/>
                </a:cubicBezTo>
                <a:cubicBezTo>
                  <a:pt x="776" y="2529"/>
                  <a:pt x="737" y="2511"/>
                  <a:pt x="699" y="2490"/>
                </a:cubicBezTo>
                <a:cubicBezTo>
                  <a:pt x="661" y="2470"/>
                  <a:pt x="624" y="2448"/>
                  <a:pt x="588" y="2424"/>
                </a:cubicBezTo>
                <a:cubicBezTo>
                  <a:pt x="552" y="2400"/>
                  <a:pt x="517" y="2374"/>
                  <a:pt x="483" y="2346"/>
                </a:cubicBezTo>
                <a:cubicBezTo>
                  <a:pt x="450" y="2319"/>
                  <a:pt x="418" y="2290"/>
                  <a:pt x="387" y="2259"/>
                </a:cubicBezTo>
                <a:cubicBezTo>
                  <a:pt x="356" y="2229"/>
                  <a:pt x="327" y="2197"/>
                  <a:pt x="300" y="2163"/>
                </a:cubicBezTo>
                <a:cubicBezTo>
                  <a:pt x="272" y="2130"/>
                  <a:pt x="247" y="2095"/>
                  <a:pt x="223" y="2058"/>
                </a:cubicBezTo>
                <a:cubicBezTo>
                  <a:pt x="198" y="2022"/>
                  <a:pt x="176" y="1985"/>
                  <a:pt x="156" y="1946"/>
                </a:cubicBezTo>
                <a:cubicBezTo>
                  <a:pt x="135" y="1908"/>
                  <a:pt x="117" y="1869"/>
                  <a:pt x="100" y="1829"/>
                </a:cubicBezTo>
                <a:cubicBezTo>
                  <a:pt x="84" y="1789"/>
                  <a:pt x="69" y="1748"/>
                  <a:pt x="57" y="1707"/>
                </a:cubicBezTo>
                <a:cubicBezTo>
                  <a:pt x="44" y="1665"/>
                  <a:pt x="33" y="1623"/>
                  <a:pt x="25" y="1581"/>
                </a:cubicBezTo>
                <a:cubicBezTo>
                  <a:pt x="17" y="1538"/>
                  <a:pt x="10" y="1496"/>
                  <a:pt x="6" y="1452"/>
                </a:cubicBezTo>
                <a:cubicBezTo>
                  <a:pt x="2" y="1409"/>
                  <a:pt x="0" y="1366"/>
                  <a:pt x="0" y="1323"/>
                </a:cubicBezTo>
                <a:cubicBezTo>
                  <a:pt x="0" y="1279"/>
                  <a:pt x="2" y="1236"/>
                  <a:pt x="6" y="1193"/>
                </a:cubicBezTo>
                <a:cubicBezTo>
                  <a:pt x="10" y="1150"/>
                  <a:pt x="17" y="1107"/>
                  <a:pt x="25" y="1065"/>
                </a:cubicBezTo>
                <a:cubicBezTo>
                  <a:pt x="33" y="1022"/>
                  <a:pt x="44" y="980"/>
                  <a:pt x="57" y="939"/>
                </a:cubicBezTo>
                <a:cubicBezTo>
                  <a:pt x="69" y="897"/>
                  <a:pt x="84" y="857"/>
                  <a:pt x="100" y="817"/>
                </a:cubicBezTo>
                <a:cubicBezTo>
                  <a:pt x="117" y="777"/>
                  <a:pt x="135" y="737"/>
                  <a:pt x="156" y="699"/>
                </a:cubicBezTo>
                <a:cubicBezTo>
                  <a:pt x="176" y="661"/>
                  <a:pt x="198" y="624"/>
                  <a:pt x="223" y="588"/>
                </a:cubicBezTo>
                <a:cubicBezTo>
                  <a:pt x="247" y="552"/>
                  <a:pt x="272" y="517"/>
                  <a:pt x="300" y="484"/>
                </a:cubicBezTo>
                <a:cubicBezTo>
                  <a:pt x="327" y="450"/>
                  <a:pt x="356" y="418"/>
                  <a:pt x="387" y="387"/>
                </a:cubicBezTo>
                <a:cubicBezTo>
                  <a:pt x="418" y="357"/>
                  <a:pt x="450" y="328"/>
                  <a:pt x="483" y="300"/>
                </a:cubicBezTo>
                <a:cubicBezTo>
                  <a:pt x="517" y="273"/>
                  <a:pt x="552" y="247"/>
                  <a:pt x="588" y="223"/>
                </a:cubicBezTo>
                <a:cubicBezTo>
                  <a:pt x="624" y="199"/>
                  <a:pt x="661" y="177"/>
                  <a:pt x="699" y="156"/>
                </a:cubicBezTo>
                <a:cubicBezTo>
                  <a:pt x="737" y="136"/>
                  <a:pt x="776" y="117"/>
                  <a:pt x="816" y="101"/>
                </a:cubicBezTo>
                <a:cubicBezTo>
                  <a:pt x="856" y="84"/>
                  <a:pt x="897" y="69"/>
                  <a:pt x="938" y="57"/>
                </a:cubicBezTo>
                <a:cubicBezTo>
                  <a:pt x="980" y="44"/>
                  <a:pt x="1022" y="34"/>
                  <a:pt x="1064" y="25"/>
                </a:cubicBezTo>
                <a:cubicBezTo>
                  <a:pt x="1107" y="17"/>
                  <a:pt x="1150" y="10"/>
                  <a:pt x="1193" y="6"/>
                </a:cubicBezTo>
                <a:cubicBezTo>
                  <a:pt x="1236" y="2"/>
                  <a:pt x="1279" y="0"/>
                  <a:pt x="1322" y="0"/>
                </a:cubicBezTo>
                <a:cubicBezTo>
                  <a:pt x="1366" y="0"/>
                  <a:pt x="1409" y="2"/>
                  <a:pt x="1452" y="6"/>
                </a:cubicBezTo>
                <a:cubicBezTo>
                  <a:pt x="1495" y="10"/>
                  <a:pt x="1538" y="17"/>
                  <a:pt x="1581" y="25"/>
                </a:cubicBezTo>
                <a:cubicBezTo>
                  <a:pt x="1624" y="34"/>
                  <a:pt x="1666" y="44"/>
                  <a:pt x="1708" y="57"/>
                </a:cubicBezTo>
                <a:cubicBezTo>
                  <a:pt x="1749" y="69"/>
                  <a:pt x="1790" y="84"/>
                  <a:pt x="1830" y="101"/>
                </a:cubicBezTo>
                <a:cubicBezTo>
                  <a:pt x="1870" y="117"/>
                  <a:pt x="1909" y="136"/>
                  <a:pt x="1947" y="156"/>
                </a:cubicBezTo>
                <a:cubicBezTo>
                  <a:pt x="1985" y="177"/>
                  <a:pt x="2022" y="199"/>
                  <a:pt x="2058" y="223"/>
                </a:cubicBezTo>
                <a:cubicBezTo>
                  <a:pt x="2094" y="247"/>
                  <a:pt x="2129" y="273"/>
                  <a:pt x="2163" y="300"/>
                </a:cubicBezTo>
                <a:cubicBezTo>
                  <a:pt x="2196" y="328"/>
                  <a:pt x="2228" y="357"/>
                  <a:pt x="2259" y="387"/>
                </a:cubicBezTo>
                <a:cubicBezTo>
                  <a:pt x="2290" y="418"/>
                  <a:pt x="2319" y="450"/>
                  <a:pt x="2346" y="484"/>
                </a:cubicBezTo>
                <a:cubicBezTo>
                  <a:pt x="2374" y="517"/>
                  <a:pt x="2399" y="552"/>
                  <a:pt x="2423" y="588"/>
                </a:cubicBezTo>
                <a:cubicBezTo>
                  <a:pt x="2448" y="624"/>
                  <a:pt x="2470" y="661"/>
                  <a:pt x="2490" y="699"/>
                </a:cubicBezTo>
                <a:cubicBezTo>
                  <a:pt x="2511" y="737"/>
                  <a:pt x="2529" y="777"/>
                  <a:pt x="2546" y="817"/>
                </a:cubicBezTo>
                <a:cubicBezTo>
                  <a:pt x="2562" y="857"/>
                  <a:pt x="2577" y="897"/>
                  <a:pt x="2589" y="939"/>
                </a:cubicBezTo>
                <a:cubicBezTo>
                  <a:pt x="2602" y="980"/>
                  <a:pt x="2613" y="1022"/>
                  <a:pt x="2621" y="1065"/>
                </a:cubicBezTo>
                <a:cubicBezTo>
                  <a:pt x="2629" y="1107"/>
                  <a:pt x="2636" y="1150"/>
                  <a:pt x="2640" y="1193"/>
                </a:cubicBezTo>
                <a:cubicBezTo>
                  <a:pt x="2644" y="1236"/>
                  <a:pt x="2646" y="1279"/>
                  <a:pt x="2646" y="1323"/>
                </a:cubicBezTo>
                <a:close/>
              </a:path>
            </a:pathLst>
          </a:custGeom>
          <a:solidFill>
            <a:srgbClr val="E76F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1349360" y="528840"/>
            <a:ext cx="271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- 4 -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048040" y="1884960"/>
            <a:ext cx="3805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💬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00360" y="3130560"/>
            <a:ext cx="2786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Random Warm Words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61840" y="3866040"/>
            <a:ext cx="28490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Unexpected positive messages 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任意多边形: 形状 51"/>
          <p:cNvSpPr/>
          <p:nvPr/>
        </p:nvSpPr>
        <p:spPr>
          <a:xfrm>
            <a:off x="4381200" y="1342800"/>
            <a:ext cx="3429360" cy="4858200"/>
          </a:xfrm>
          <a:custGeom>
            <a:avLst/>
            <a:gdLst/>
            <a:ahLst/>
            <a:cxnLst/>
            <a:rect l="0" t="0" r="r" b="b"/>
            <a:pathLst>
              <a:path w="9526" h="13495">
                <a:moveTo>
                  <a:pt x="0" y="13072"/>
                </a:moveTo>
                <a:lnTo>
                  <a:pt x="0" y="423"/>
                </a:lnTo>
                <a:cubicBezTo>
                  <a:pt x="0" y="396"/>
                  <a:pt x="3" y="368"/>
                  <a:pt x="8" y="341"/>
                </a:cubicBezTo>
                <a:cubicBezTo>
                  <a:pt x="14" y="314"/>
                  <a:pt x="22" y="287"/>
                  <a:pt x="33" y="261"/>
                </a:cubicBezTo>
                <a:cubicBezTo>
                  <a:pt x="43" y="236"/>
                  <a:pt x="56" y="211"/>
                  <a:pt x="72" y="188"/>
                </a:cubicBezTo>
                <a:cubicBezTo>
                  <a:pt x="87" y="165"/>
                  <a:pt x="105" y="144"/>
                  <a:pt x="124" y="124"/>
                </a:cubicBezTo>
                <a:cubicBezTo>
                  <a:pt x="144" y="104"/>
                  <a:pt x="165" y="87"/>
                  <a:pt x="188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7" y="22"/>
                  <a:pt x="314" y="14"/>
                  <a:pt x="341" y="8"/>
                </a:cubicBezTo>
                <a:cubicBezTo>
                  <a:pt x="368" y="3"/>
                  <a:pt x="396" y="0"/>
                  <a:pt x="424" y="0"/>
                </a:cubicBezTo>
                <a:lnTo>
                  <a:pt x="9103" y="0"/>
                </a:lnTo>
                <a:cubicBezTo>
                  <a:pt x="9131" y="0"/>
                  <a:pt x="9158" y="3"/>
                  <a:pt x="9186" y="8"/>
                </a:cubicBezTo>
                <a:cubicBezTo>
                  <a:pt x="9213" y="14"/>
                  <a:pt x="9239" y="22"/>
                  <a:pt x="9265" y="32"/>
                </a:cubicBezTo>
                <a:cubicBezTo>
                  <a:pt x="9291" y="43"/>
                  <a:pt x="9315" y="56"/>
                  <a:pt x="9338" y="71"/>
                </a:cubicBezTo>
                <a:cubicBezTo>
                  <a:pt x="9361" y="87"/>
                  <a:pt x="9383" y="104"/>
                  <a:pt x="9402" y="124"/>
                </a:cubicBezTo>
                <a:cubicBezTo>
                  <a:pt x="9422" y="144"/>
                  <a:pt x="9440" y="165"/>
                  <a:pt x="9455" y="188"/>
                </a:cubicBezTo>
                <a:cubicBezTo>
                  <a:pt x="9470" y="211"/>
                  <a:pt x="9483" y="236"/>
                  <a:pt x="9494" y="261"/>
                </a:cubicBezTo>
                <a:cubicBezTo>
                  <a:pt x="9505" y="287"/>
                  <a:pt x="9513" y="314"/>
                  <a:pt x="9518" y="341"/>
                </a:cubicBezTo>
                <a:cubicBezTo>
                  <a:pt x="9524" y="368"/>
                  <a:pt x="9526" y="396"/>
                  <a:pt x="9526" y="423"/>
                </a:cubicBezTo>
                <a:lnTo>
                  <a:pt x="9526" y="13072"/>
                </a:lnTo>
                <a:cubicBezTo>
                  <a:pt x="9526" y="13099"/>
                  <a:pt x="9524" y="13127"/>
                  <a:pt x="9518" y="13154"/>
                </a:cubicBezTo>
                <a:cubicBezTo>
                  <a:pt x="9513" y="13181"/>
                  <a:pt x="9505" y="13208"/>
                  <a:pt x="9494" y="13234"/>
                </a:cubicBezTo>
                <a:cubicBezTo>
                  <a:pt x="9483" y="13259"/>
                  <a:pt x="9470" y="13284"/>
                  <a:pt x="9455" y="13307"/>
                </a:cubicBezTo>
                <a:cubicBezTo>
                  <a:pt x="9440" y="13330"/>
                  <a:pt x="9422" y="13351"/>
                  <a:pt x="9402" y="13371"/>
                </a:cubicBezTo>
                <a:cubicBezTo>
                  <a:pt x="9383" y="13391"/>
                  <a:pt x="9361" y="13408"/>
                  <a:pt x="9338" y="13424"/>
                </a:cubicBezTo>
                <a:cubicBezTo>
                  <a:pt x="9315" y="13439"/>
                  <a:pt x="9291" y="13452"/>
                  <a:pt x="9265" y="13463"/>
                </a:cubicBezTo>
                <a:cubicBezTo>
                  <a:pt x="9239" y="13473"/>
                  <a:pt x="9213" y="13481"/>
                  <a:pt x="9186" y="13487"/>
                </a:cubicBezTo>
                <a:cubicBezTo>
                  <a:pt x="9158" y="13492"/>
                  <a:pt x="9131" y="13495"/>
                  <a:pt x="9103" y="13495"/>
                </a:cubicBezTo>
                <a:lnTo>
                  <a:pt x="424" y="13495"/>
                </a:lnTo>
                <a:cubicBezTo>
                  <a:pt x="396" y="13495"/>
                  <a:pt x="368" y="13492"/>
                  <a:pt x="341" y="13487"/>
                </a:cubicBezTo>
                <a:cubicBezTo>
                  <a:pt x="314" y="13481"/>
                  <a:pt x="287" y="13473"/>
                  <a:pt x="262" y="13463"/>
                </a:cubicBezTo>
                <a:cubicBezTo>
                  <a:pt x="236" y="13452"/>
                  <a:pt x="212" y="13439"/>
                  <a:pt x="188" y="13424"/>
                </a:cubicBezTo>
                <a:cubicBezTo>
                  <a:pt x="165" y="13408"/>
                  <a:pt x="144" y="13391"/>
                  <a:pt x="124" y="13371"/>
                </a:cubicBezTo>
                <a:cubicBezTo>
                  <a:pt x="105" y="13351"/>
                  <a:pt x="87" y="13330"/>
                  <a:pt x="72" y="13307"/>
                </a:cubicBezTo>
                <a:cubicBezTo>
                  <a:pt x="56" y="13284"/>
                  <a:pt x="43" y="13259"/>
                  <a:pt x="33" y="13234"/>
                </a:cubicBezTo>
                <a:cubicBezTo>
                  <a:pt x="22" y="13208"/>
                  <a:pt x="14" y="13181"/>
                  <a:pt x="8" y="13154"/>
                </a:cubicBezTo>
                <a:cubicBezTo>
                  <a:pt x="3" y="13127"/>
                  <a:pt x="0" y="13099"/>
                  <a:pt x="0" y="13072"/>
                </a:cubicBezTo>
                <a:close/>
              </a:path>
            </a:pathLst>
          </a:custGeom>
          <a:solidFill>
            <a:srgbClr val="2A9D8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任意多边形: 形状 52"/>
          <p:cNvSpPr/>
          <p:nvPr/>
        </p:nvSpPr>
        <p:spPr>
          <a:xfrm>
            <a:off x="5619600" y="1628640"/>
            <a:ext cx="952920" cy="952920"/>
          </a:xfrm>
          <a:custGeom>
            <a:avLst/>
            <a:gdLst/>
            <a:ahLst/>
            <a:cxnLst/>
            <a:rect l="0" t="0" r="r" b="b"/>
            <a:pathLst>
              <a:path w="2647" h="2647">
                <a:moveTo>
                  <a:pt x="2647" y="1323"/>
                </a:moveTo>
                <a:cubicBezTo>
                  <a:pt x="2647" y="1366"/>
                  <a:pt x="2645" y="1409"/>
                  <a:pt x="2640" y="1452"/>
                </a:cubicBezTo>
                <a:cubicBezTo>
                  <a:pt x="2636" y="1496"/>
                  <a:pt x="2630" y="1538"/>
                  <a:pt x="2621" y="1581"/>
                </a:cubicBezTo>
                <a:cubicBezTo>
                  <a:pt x="2613" y="1623"/>
                  <a:pt x="2602" y="1665"/>
                  <a:pt x="2590" y="1707"/>
                </a:cubicBezTo>
                <a:cubicBezTo>
                  <a:pt x="2577" y="1748"/>
                  <a:pt x="2563" y="1789"/>
                  <a:pt x="2546" y="1829"/>
                </a:cubicBezTo>
                <a:cubicBezTo>
                  <a:pt x="2529" y="1869"/>
                  <a:pt x="2511" y="1908"/>
                  <a:pt x="2491" y="1946"/>
                </a:cubicBezTo>
                <a:cubicBezTo>
                  <a:pt x="2470" y="1985"/>
                  <a:pt x="2448" y="2022"/>
                  <a:pt x="2424" y="2058"/>
                </a:cubicBezTo>
                <a:cubicBezTo>
                  <a:pt x="2400" y="2095"/>
                  <a:pt x="2374" y="2130"/>
                  <a:pt x="2346" y="2163"/>
                </a:cubicBezTo>
                <a:cubicBezTo>
                  <a:pt x="2319" y="2197"/>
                  <a:pt x="2290" y="2229"/>
                  <a:pt x="2259" y="2259"/>
                </a:cubicBezTo>
                <a:cubicBezTo>
                  <a:pt x="2229" y="2290"/>
                  <a:pt x="2197" y="2319"/>
                  <a:pt x="2163" y="2346"/>
                </a:cubicBezTo>
                <a:cubicBezTo>
                  <a:pt x="2130" y="2374"/>
                  <a:pt x="2095" y="2400"/>
                  <a:pt x="2059" y="2424"/>
                </a:cubicBezTo>
                <a:cubicBezTo>
                  <a:pt x="2023" y="2448"/>
                  <a:pt x="1986" y="2470"/>
                  <a:pt x="1947" y="2490"/>
                </a:cubicBezTo>
                <a:cubicBezTo>
                  <a:pt x="1909" y="2511"/>
                  <a:pt x="1870" y="2529"/>
                  <a:pt x="1830" y="2546"/>
                </a:cubicBezTo>
                <a:cubicBezTo>
                  <a:pt x="1790" y="2563"/>
                  <a:pt x="1749" y="2577"/>
                  <a:pt x="1708" y="2590"/>
                </a:cubicBezTo>
                <a:cubicBezTo>
                  <a:pt x="1666" y="2602"/>
                  <a:pt x="1624" y="2613"/>
                  <a:pt x="1581" y="2621"/>
                </a:cubicBezTo>
                <a:cubicBezTo>
                  <a:pt x="1538" y="2630"/>
                  <a:pt x="1496" y="2636"/>
                  <a:pt x="1453" y="2640"/>
                </a:cubicBezTo>
                <a:cubicBezTo>
                  <a:pt x="1409" y="2645"/>
                  <a:pt x="1366" y="2647"/>
                  <a:pt x="1323" y="2647"/>
                </a:cubicBezTo>
                <a:cubicBezTo>
                  <a:pt x="1280" y="2647"/>
                  <a:pt x="1236" y="2645"/>
                  <a:pt x="1193" y="2640"/>
                </a:cubicBezTo>
                <a:cubicBezTo>
                  <a:pt x="1150" y="2636"/>
                  <a:pt x="1107" y="2630"/>
                  <a:pt x="1065" y="2621"/>
                </a:cubicBezTo>
                <a:cubicBezTo>
                  <a:pt x="1022" y="2613"/>
                  <a:pt x="980" y="2602"/>
                  <a:pt x="939" y="2590"/>
                </a:cubicBezTo>
                <a:cubicBezTo>
                  <a:pt x="897" y="2577"/>
                  <a:pt x="857" y="2563"/>
                  <a:pt x="817" y="2546"/>
                </a:cubicBezTo>
                <a:cubicBezTo>
                  <a:pt x="777" y="2529"/>
                  <a:pt x="737" y="2511"/>
                  <a:pt x="699" y="2490"/>
                </a:cubicBezTo>
                <a:cubicBezTo>
                  <a:pt x="661" y="2470"/>
                  <a:pt x="624" y="2448"/>
                  <a:pt x="588" y="2424"/>
                </a:cubicBezTo>
                <a:cubicBezTo>
                  <a:pt x="552" y="2400"/>
                  <a:pt x="517" y="2374"/>
                  <a:pt x="484" y="2346"/>
                </a:cubicBezTo>
                <a:cubicBezTo>
                  <a:pt x="450" y="2319"/>
                  <a:pt x="418" y="2290"/>
                  <a:pt x="387" y="2259"/>
                </a:cubicBezTo>
                <a:cubicBezTo>
                  <a:pt x="357" y="2229"/>
                  <a:pt x="328" y="2197"/>
                  <a:pt x="300" y="2163"/>
                </a:cubicBezTo>
                <a:cubicBezTo>
                  <a:pt x="273" y="2130"/>
                  <a:pt x="247" y="2095"/>
                  <a:pt x="223" y="2058"/>
                </a:cubicBezTo>
                <a:cubicBezTo>
                  <a:pt x="199" y="2022"/>
                  <a:pt x="177" y="1985"/>
                  <a:pt x="156" y="1946"/>
                </a:cubicBezTo>
                <a:cubicBezTo>
                  <a:pt x="136" y="1908"/>
                  <a:pt x="117" y="1869"/>
                  <a:pt x="101" y="1829"/>
                </a:cubicBezTo>
                <a:cubicBezTo>
                  <a:pt x="84" y="1789"/>
                  <a:pt x="69" y="1748"/>
                  <a:pt x="57" y="1707"/>
                </a:cubicBezTo>
                <a:cubicBezTo>
                  <a:pt x="44" y="1665"/>
                  <a:pt x="34" y="1623"/>
                  <a:pt x="25" y="1581"/>
                </a:cubicBezTo>
                <a:cubicBezTo>
                  <a:pt x="17" y="1538"/>
                  <a:pt x="11" y="1496"/>
                  <a:pt x="6" y="1452"/>
                </a:cubicBezTo>
                <a:cubicBezTo>
                  <a:pt x="2" y="1409"/>
                  <a:pt x="0" y="1366"/>
                  <a:pt x="0" y="1323"/>
                </a:cubicBezTo>
                <a:cubicBezTo>
                  <a:pt x="0" y="1279"/>
                  <a:pt x="2" y="1236"/>
                  <a:pt x="6" y="1193"/>
                </a:cubicBezTo>
                <a:cubicBezTo>
                  <a:pt x="11" y="1150"/>
                  <a:pt x="17" y="1107"/>
                  <a:pt x="25" y="1065"/>
                </a:cubicBezTo>
                <a:cubicBezTo>
                  <a:pt x="34" y="1022"/>
                  <a:pt x="44" y="980"/>
                  <a:pt x="57" y="939"/>
                </a:cubicBezTo>
                <a:cubicBezTo>
                  <a:pt x="69" y="897"/>
                  <a:pt x="84" y="857"/>
                  <a:pt x="101" y="817"/>
                </a:cubicBezTo>
                <a:cubicBezTo>
                  <a:pt x="117" y="777"/>
                  <a:pt x="136" y="737"/>
                  <a:pt x="156" y="699"/>
                </a:cubicBezTo>
                <a:cubicBezTo>
                  <a:pt x="177" y="661"/>
                  <a:pt x="199" y="624"/>
                  <a:pt x="223" y="588"/>
                </a:cubicBezTo>
                <a:cubicBezTo>
                  <a:pt x="247" y="552"/>
                  <a:pt x="273" y="517"/>
                  <a:pt x="300" y="484"/>
                </a:cubicBezTo>
                <a:cubicBezTo>
                  <a:pt x="328" y="450"/>
                  <a:pt x="357" y="418"/>
                  <a:pt x="387" y="387"/>
                </a:cubicBezTo>
                <a:cubicBezTo>
                  <a:pt x="418" y="357"/>
                  <a:pt x="450" y="328"/>
                  <a:pt x="484" y="300"/>
                </a:cubicBezTo>
                <a:cubicBezTo>
                  <a:pt x="517" y="273"/>
                  <a:pt x="552" y="247"/>
                  <a:pt x="588" y="223"/>
                </a:cubicBezTo>
                <a:cubicBezTo>
                  <a:pt x="624" y="199"/>
                  <a:pt x="661" y="177"/>
                  <a:pt x="699" y="156"/>
                </a:cubicBezTo>
                <a:cubicBezTo>
                  <a:pt x="737" y="136"/>
                  <a:pt x="777" y="117"/>
                  <a:pt x="817" y="101"/>
                </a:cubicBezTo>
                <a:cubicBezTo>
                  <a:pt x="857" y="84"/>
                  <a:pt x="897" y="69"/>
                  <a:pt x="939" y="57"/>
                </a:cubicBezTo>
                <a:cubicBezTo>
                  <a:pt x="980" y="44"/>
                  <a:pt x="1022" y="34"/>
                  <a:pt x="1065" y="25"/>
                </a:cubicBezTo>
                <a:cubicBezTo>
                  <a:pt x="1107" y="17"/>
                  <a:pt x="1150" y="10"/>
                  <a:pt x="1193" y="6"/>
                </a:cubicBezTo>
                <a:cubicBezTo>
                  <a:pt x="1236" y="2"/>
                  <a:pt x="1280" y="0"/>
                  <a:pt x="1323" y="0"/>
                </a:cubicBezTo>
                <a:cubicBezTo>
                  <a:pt x="1366" y="0"/>
                  <a:pt x="1409" y="2"/>
                  <a:pt x="1453" y="6"/>
                </a:cubicBezTo>
                <a:cubicBezTo>
                  <a:pt x="1496" y="10"/>
                  <a:pt x="1538" y="17"/>
                  <a:pt x="1581" y="25"/>
                </a:cubicBezTo>
                <a:cubicBezTo>
                  <a:pt x="1624" y="34"/>
                  <a:pt x="1666" y="44"/>
                  <a:pt x="1708" y="57"/>
                </a:cubicBezTo>
                <a:cubicBezTo>
                  <a:pt x="1749" y="69"/>
                  <a:pt x="1790" y="84"/>
                  <a:pt x="1830" y="101"/>
                </a:cubicBezTo>
                <a:cubicBezTo>
                  <a:pt x="1870" y="117"/>
                  <a:pt x="1909" y="136"/>
                  <a:pt x="1947" y="156"/>
                </a:cubicBezTo>
                <a:cubicBezTo>
                  <a:pt x="1986" y="177"/>
                  <a:pt x="2023" y="199"/>
                  <a:pt x="2059" y="223"/>
                </a:cubicBezTo>
                <a:cubicBezTo>
                  <a:pt x="2095" y="247"/>
                  <a:pt x="2130" y="273"/>
                  <a:pt x="2163" y="300"/>
                </a:cubicBezTo>
                <a:cubicBezTo>
                  <a:pt x="2197" y="328"/>
                  <a:pt x="2229" y="357"/>
                  <a:pt x="2259" y="387"/>
                </a:cubicBezTo>
                <a:cubicBezTo>
                  <a:pt x="2290" y="418"/>
                  <a:pt x="2319" y="450"/>
                  <a:pt x="2346" y="484"/>
                </a:cubicBezTo>
                <a:cubicBezTo>
                  <a:pt x="2374" y="517"/>
                  <a:pt x="2400" y="552"/>
                  <a:pt x="2424" y="588"/>
                </a:cubicBezTo>
                <a:cubicBezTo>
                  <a:pt x="2448" y="624"/>
                  <a:pt x="2470" y="661"/>
                  <a:pt x="2491" y="699"/>
                </a:cubicBezTo>
                <a:cubicBezTo>
                  <a:pt x="2511" y="737"/>
                  <a:pt x="2529" y="777"/>
                  <a:pt x="2546" y="817"/>
                </a:cubicBezTo>
                <a:cubicBezTo>
                  <a:pt x="2563" y="857"/>
                  <a:pt x="2577" y="897"/>
                  <a:pt x="2590" y="939"/>
                </a:cubicBezTo>
                <a:cubicBezTo>
                  <a:pt x="2602" y="980"/>
                  <a:pt x="2613" y="1022"/>
                  <a:pt x="2621" y="1065"/>
                </a:cubicBezTo>
                <a:cubicBezTo>
                  <a:pt x="2630" y="1107"/>
                  <a:pt x="2636" y="1150"/>
                  <a:pt x="2640" y="1193"/>
                </a:cubicBezTo>
                <a:cubicBezTo>
                  <a:pt x="2645" y="1236"/>
                  <a:pt x="2647" y="1279"/>
                  <a:pt x="2647" y="1323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809720" y="4170960"/>
            <a:ext cx="9536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uplift spirits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858280" y="1884960"/>
            <a:ext cx="3805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274975" y="3033949"/>
            <a:ext cx="1721625" cy="6463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 dirty="0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Safe Sharing </a:t>
            </a:r>
          </a:p>
          <a:p>
            <a:r>
              <a:rPr lang="en-US" altLang="zh-CN" sz="2100" b="1" u="none" strike="noStrike" dirty="0" err="1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Coummunity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105880" y="3866040"/>
            <a:ext cx="19807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Secure environment for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任意多边形: 形状 57"/>
          <p:cNvSpPr/>
          <p:nvPr/>
        </p:nvSpPr>
        <p:spPr>
          <a:xfrm>
            <a:off x="8191440" y="1342800"/>
            <a:ext cx="3429360" cy="4858200"/>
          </a:xfrm>
          <a:custGeom>
            <a:avLst/>
            <a:gdLst/>
            <a:ahLst/>
            <a:cxnLst/>
            <a:rect l="0" t="0" r="r" b="b"/>
            <a:pathLst>
              <a:path w="9526" h="13495">
                <a:moveTo>
                  <a:pt x="0" y="13072"/>
                </a:moveTo>
                <a:lnTo>
                  <a:pt x="0" y="423"/>
                </a:lnTo>
                <a:cubicBezTo>
                  <a:pt x="0" y="396"/>
                  <a:pt x="2" y="368"/>
                  <a:pt x="8" y="341"/>
                </a:cubicBezTo>
                <a:cubicBezTo>
                  <a:pt x="13" y="314"/>
                  <a:pt x="21" y="287"/>
                  <a:pt x="32" y="261"/>
                </a:cubicBezTo>
                <a:cubicBezTo>
                  <a:pt x="43" y="236"/>
                  <a:pt x="56" y="211"/>
                  <a:pt x="71" y="188"/>
                </a:cubicBezTo>
                <a:cubicBezTo>
                  <a:pt x="86" y="165"/>
                  <a:pt x="104" y="144"/>
                  <a:pt x="124" y="124"/>
                </a:cubicBezTo>
                <a:cubicBezTo>
                  <a:pt x="143" y="104"/>
                  <a:pt x="165" y="87"/>
                  <a:pt x="188" y="71"/>
                </a:cubicBezTo>
                <a:cubicBezTo>
                  <a:pt x="211" y="56"/>
                  <a:pt x="235" y="43"/>
                  <a:pt x="261" y="32"/>
                </a:cubicBezTo>
                <a:cubicBezTo>
                  <a:pt x="287" y="22"/>
                  <a:pt x="313" y="14"/>
                  <a:pt x="340" y="8"/>
                </a:cubicBezTo>
                <a:cubicBezTo>
                  <a:pt x="368" y="3"/>
                  <a:pt x="395" y="0"/>
                  <a:pt x="423" y="0"/>
                </a:cubicBezTo>
                <a:lnTo>
                  <a:pt x="9102" y="0"/>
                </a:lnTo>
                <a:cubicBezTo>
                  <a:pt x="9130" y="0"/>
                  <a:pt x="9158" y="3"/>
                  <a:pt x="9185" y="8"/>
                </a:cubicBezTo>
                <a:cubicBezTo>
                  <a:pt x="9212" y="14"/>
                  <a:pt x="9239" y="22"/>
                  <a:pt x="9264" y="32"/>
                </a:cubicBezTo>
                <a:cubicBezTo>
                  <a:pt x="9290" y="43"/>
                  <a:pt x="9314" y="56"/>
                  <a:pt x="9338" y="71"/>
                </a:cubicBezTo>
                <a:cubicBezTo>
                  <a:pt x="9361" y="87"/>
                  <a:pt x="9382" y="104"/>
                  <a:pt x="9402" y="124"/>
                </a:cubicBezTo>
                <a:cubicBezTo>
                  <a:pt x="9421" y="144"/>
                  <a:pt x="9439" y="165"/>
                  <a:pt x="9454" y="188"/>
                </a:cubicBezTo>
                <a:cubicBezTo>
                  <a:pt x="9470" y="211"/>
                  <a:pt x="9483" y="236"/>
                  <a:pt x="9493" y="261"/>
                </a:cubicBezTo>
                <a:cubicBezTo>
                  <a:pt x="9504" y="287"/>
                  <a:pt x="9512" y="314"/>
                  <a:pt x="9518" y="341"/>
                </a:cubicBezTo>
                <a:cubicBezTo>
                  <a:pt x="9523" y="368"/>
                  <a:pt x="9526" y="396"/>
                  <a:pt x="9526" y="423"/>
                </a:cubicBezTo>
                <a:lnTo>
                  <a:pt x="9526" y="13072"/>
                </a:lnTo>
                <a:cubicBezTo>
                  <a:pt x="9526" y="13099"/>
                  <a:pt x="9523" y="13127"/>
                  <a:pt x="9518" y="13154"/>
                </a:cubicBezTo>
                <a:cubicBezTo>
                  <a:pt x="9512" y="13181"/>
                  <a:pt x="9504" y="13208"/>
                  <a:pt x="9493" y="13234"/>
                </a:cubicBezTo>
                <a:cubicBezTo>
                  <a:pt x="9483" y="13259"/>
                  <a:pt x="9470" y="13284"/>
                  <a:pt x="9454" y="13307"/>
                </a:cubicBezTo>
                <a:cubicBezTo>
                  <a:pt x="9439" y="13330"/>
                  <a:pt x="9421" y="13351"/>
                  <a:pt x="9402" y="13371"/>
                </a:cubicBezTo>
                <a:cubicBezTo>
                  <a:pt x="9382" y="13391"/>
                  <a:pt x="9361" y="13408"/>
                  <a:pt x="9338" y="13424"/>
                </a:cubicBezTo>
                <a:cubicBezTo>
                  <a:pt x="9314" y="13439"/>
                  <a:pt x="9290" y="13452"/>
                  <a:pt x="9264" y="13463"/>
                </a:cubicBezTo>
                <a:cubicBezTo>
                  <a:pt x="9239" y="13473"/>
                  <a:pt x="9212" y="13481"/>
                  <a:pt x="9185" y="13487"/>
                </a:cubicBezTo>
                <a:cubicBezTo>
                  <a:pt x="9158" y="13492"/>
                  <a:pt x="9130" y="13495"/>
                  <a:pt x="9102" y="13495"/>
                </a:cubicBezTo>
                <a:lnTo>
                  <a:pt x="423" y="13495"/>
                </a:lnTo>
                <a:cubicBezTo>
                  <a:pt x="395" y="13495"/>
                  <a:pt x="368" y="13492"/>
                  <a:pt x="340" y="13487"/>
                </a:cubicBezTo>
                <a:cubicBezTo>
                  <a:pt x="313" y="13481"/>
                  <a:pt x="287" y="13473"/>
                  <a:pt x="261" y="13463"/>
                </a:cubicBezTo>
                <a:cubicBezTo>
                  <a:pt x="235" y="13452"/>
                  <a:pt x="211" y="13439"/>
                  <a:pt x="188" y="13424"/>
                </a:cubicBezTo>
                <a:cubicBezTo>
                  <a:pt x="165" y="13408"/>
                  <a:pt x="143" y="13391"/>
                  <a:pt x="124" y="13371"/>
                </a:cubicBezTo>
                <a:cubicBezTo>
                  <a:pt x="104" y="13351"/>
                  <a:pt x="86" y="13330"/>
                  <a:pt x="71" y="13307"/>
                </a:cubicBezTo>
                <a:cubicBezTo>
                  <a:pt x="56" y="13284"/>
                  <a:pt x="43" y="13259"/>
                  <a:pt x="32" y="13234"/>
                </a:cubicBezTo>
                <a:cubicBezTo>
                  <a:pt x="21" y="13208"/>
                  <a:pt x="13" y="13181"/>
                  <a:pt x="8" y="13154"/>
                </a:cubicBezTo>
                <a:cubicBezTo>
                  <a:pt x="2" y="13127"/>
                  <a:pt x="0" y="13099"/>
                  <a:pt x="0" y="13072"/>
                </a:cubicBezTo>
                <a:close/>
              </a:path>
            </a:pathLst>
          </a:custGeom>
          <a:solidFill>
            <a:srgbClr val="457B9D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9429480" y="1628640"/>
            <a:ext cx="952920" cy="952920"/>
          </a:xfrm>
          <a:custGeom>
            <a:avLst/>
            <a:gdLst/>
            <a:ahLst/>
            <a:cxnLst/>
            <a:rect l="0" t="0" r="r" b="b"/>
            <a:pathLst>
              <a:path w="2647" h="2647">
                <a:moveTo>
                  <a:pt x="2647" y="1323"/>
                </a:moveTo>
                <a:cubicBezTo>
                  <a:pt x="2647" y="1366"/>
                  <a:pt x="2645" y="1409"/>
                  <a:pt x="2641" y="1452"/>
                </a:cubicBezTo>
                <a:cubicBezTo>
                  <a:pt x="2636" y="1496"/>
                  <a:pt x="2630" y="1538"/>
                  <a:pt x="2622" y="1581"/>
                </a:cubicBezTo>
                <a:cubicBezTo>
                  <a:pt x="2613" y="1623"/>
                  <a:pt x="2603" y="1665"/>
                  <a:pt x="2590" y="1707"/>
                </a:cubicBezTo>
                <a:cubicBezTo>
                  <a:pt x="2578" y="1748"/>
                  <a:pt x="2563" y="1789"/>
                  <a:pt x="2546" y="1829"/>
                </a:cubicBezTo>
                <a:cubicBezTo>
                  <a:pt x="2530" y="1869"/>
                  <a:pt x="2511" y="1908"/>
                  <a:pt x="2491" y="1946"/>
                </a:cubicBezTo>
                <a:cubicBezTo>
                  <a:pt x="2470" y="1985"/>
                  <a:pt x="2448" y="2022"/>
                  <a:pt x="2424" y="2058"/>
                </a:cubicBezTo>
                <a:cubicBezTo>
                  <a:pt x="2400" y="2095"/>
                  <a:pt x="2374" y="2130"/>
                  <a:pt x="2347" y="2163"/>
                </a:cubicBezTo>
                <a:cubicBezTo>
                  <a:pt x="2319" y="2197"/>
                  <a:pt x="2290" y="2229"/>
                  <a:pt x="2260" y="2259"/>
                </a:cubicBezTo>
                <a:cubicBezTo>
                  <a:pt x="2229" y="2290"/>
                  <a:pt x="2197" y="2319"/>
                  <a:pt x="2163" y="2346"/>
                </a:cubicBezTo>
                <a:cubicBezTo>
                  <a:pt x="2130" y="2374"/>
                  <a:pt x="2095" y="2400"/>
                  <a:pt x="2059" y="2424"/>
                </a:cubicBezTo>
                <a:cubicBezTo>
                  <a:pt x="2023" y="2448"/>
                  <a:pt x="1986" y="2470"/>
                  <a:pt x="1948" y="2490"/>
                </a:cubicBezTo>
                <a:cubicBezTo>
                  <a:pt x="1910" y="2511"/>
                  <a:pt x="1870" y="2529"/>
                  <a:pt x="1830" y="2546"/>
                </a:cubicBezTo>
                <a:cubicBezTo>
                  <a:pt x="1790" y="2563"/>
                  <a:pt x="1750" y="2577"/>
                  <a:pt x="1708" y="2590"/>
                </a:cubicBezTo>
                <a:cubicBezTo>
                  <a:pt x="1667" y="2602"/>
                  <a:pt x="1625" y="2613"/>
                  <a:pt x="1582" y="2621"/>
                </a:cubicBezTo>
                <a:cubicBezTo>
                  <a:pt x="1539" y="2630"/>
                  <a:pt x="1496" y="2636"/>
                  <a:pt x="1453" y="2640"/>
                </a:cubicBezTo>
                <a:cubicBezTo>
                  <a:pt x="1410" y="2645"/>
                  <a:pt x="1366" y="2647"/>
                  <a:pt x="1323" y="2647"/>
                </a:cubicBezTo>
                <a:cubicBezTo>
                  <a:pt x="1280" y="2647"/>
                  <a:pt x="1237" y="2645"/>
                  <a:pt x="1193" y="2640"/>
                </a:cubicBezTo>
                <a:cubicBezTo>
                  <a:pt x="1150" y="2636"/>
                  <a:pt x="1108" y="2630"/>
                  <a:pt x="1065" y="2621"/>
                </a:cubicBezTo>
                <a:cubicBezTo>
                  <a:pt x="1023" y="2613"/>
                  <a:pt x="981" y="2602"/>
                  <a:pt x="939" y="2590"/>
                </a:cubicBezTo>
                <a:cubicBezTo>
                  <a:pt x="898" y="2577"/>
                  <a:pt x="857" y="2563"/>
                  <a:pt x="817" y="2546"/>
                </a:cubicBezTo>
                <a:cubicBezTo>
                  <a:pt x="777" y="2529"/>
                  <a:pt x="738" y="2511"/>
                  <a:pt x="700" y="2490"/>
                </a:cubicBezTo>
                <a:cubicBezTo>
                  <a:pt x="661" y="2470"/>
                  <a:pt x="624" y="2448"/>
                  <a:pt x="588" y="2424"/>
                </a:cubicBezTo>
                <a:cubicBezTo>
                  <a:pt x="552" y="2400"/>
                  <a:pt x="517" y="2374"/>
                  <a:pt x="484" y="2346"/>
                </a:cubicBezTo>
                <a:cubicBezTo>
                  <a:pt x="450" y="2319"/>
                  <a:pt x="418" y="2290"/>
                  <a:pt x="388" y="2259"/>
                </a:cubicBezTo>
                <a:cubicBezTo>
                  <a:pt x="357" y="2229"/>
                  <a:pt x="328" y="2197"/>
                  <a:pt x="301" y="2163"/>
                </a:cubicBezTo>
                <a:cubicBezTo>
                  <a:pt x="273" y="2130"/>
                  <a:pt x="247" y="2095"/>
                  <a:pt x="223" y="2058"/>
                </a:cubicBezTo>
                <a:cubicBezTo>
                  <a:pt x="199" y="2022"/>
                  <a:pt x="177" y="1985"/>
                  <a:pt x="156" y="1946"/>
                </a:cubicBezTo>
                <a:cubicBezTo>
                  <a:pt x="136" y="1908"/>
                  <a:pt x="118" y="1869"/>
                  <a:pt x="101" y="1829"/>
                </a:cubicBezTo>
                <a:cubicBezTo>
                  <a:pt x="84" y="1789"/>
                  <a:pt x="70" y="1748"/>
                  <a:pt x="57" y="1707"/>
                </a:cubicBezTo>
                <a:cubicBezTo>
                  <a:pt x="45" y="1665"/>
                  <a:pt x="34" y="1623"/>
                  <a:pt x="26" y="1581"/>
                </a:cubicBezTo>
                <a:cubicBezTo>
                  <a:pt x="17" y="1538"/>
                  <a:pt x="11" y="1496"/>
                  <a:pt x="7" y="1452"/>
                </a:cubicBezTo>
                <a:cubicBezTo>
                  <a:pt x="2" y="1409"/>
                  <a:pt x="0" y="1366"/>
                  <a:pt x="0" y="1323"/>
                </a:cubicBezTo>
                <a:cubicBezTo>
                  <a:pt x="0" y="1279"/>
                  <a:pt x="2" y="1236"/>
                  <a:pt x="7" y="1193"/>
                </a:cubicBezTo>
                <a:cubicBezTo>
                  <a:pt x="11" y="1150"/>
                  <a:pt x="17" y="1107"/>
                  <a:pt x="26" y="1065"/>
                </a:cubicBezTo>
                <a:cubicBezTo>
                  <a:pt x="34" y="1022"/>
                  <a:pt x="45" y="980"/>
                  <a:pt x="57" y="939"/>
                </a:cubicBezTo>
                <a:cubicBezTo>
                  <a:pt x="70" y="897"/>
                  <a:pt x="84" y="857"/>
                  <a:pt x="101" y="817"/>
                </a:cubicBezTo>
                <a:cubicBezTo>
                  <a:pt x="118" y="777"/>
                  <a:pt x="136" y="737"/>
                  <a:pt x="156" y="699"/>
                </a:cubicBezTo>
                <a:cubicBezTo>
                  <a:pt x="177" y="661"/>
                  <a:pt x="199" y="624"/>
                  <a:pt x="223" y="588"/>
                </a:cubicBezTo>
                <a:cubicBezTo>
                  <a:pt x="247" y="552"/>
                  <a:pt x="273" y="517"/>
                  <a:pt x="301" y="484"/>
                </a:cubicBezTo>
                <a:cubicBezTo>
                  <a:pt x="328" y="450"/>
                  <a:pt x="357" y="418"/>
                  <a:pt x="388" y="387"/>
                </a:cubicBezTo>
                <a:cubicBezTo>
                  <a:pt x="418" y="357"/>
                  <a:pt x="450" y="328"/>
                  <a:pt x="484" y="300"/>
                </a:cubicBezTo>
                <a:cubicBezTo>
                  <a:pt x="517" y="273"/>
                  <a:pt x="552" y="247"/>
                  <a:pt x="588" y="223"/>
                </a:cubicBezTo>
                <a:cubicBezTo>
                  <a:pt x="624" y="199"/>
                  <a:pt x="661" y="177"/>
                  <a:pt x="700" y="156"/>
                </a:cubicBezTo>
                <a:cubicBezTo>
                  <a:pt x="738" y="136"/>
                  <a:pt x="777" y="117"/>
                  <a:pt x="817" y="101"/>
                </a:cubicBezTo>
                <a:cubicBezTo>
                  <a:pt x="857" y="84"/>
                  <a:pt x="898" y="69"/>
                  <a:pt x="939" y="57"/>
                </a:cubicBezTo>
                <a:cubicBezTo>
                  <a:pt x="981" y="44"/>
                  <a:pt x="1023" y="34"/>
                  <a:pt x="1065" y="25"/>
                </a:cubicBezTo>
                <a:cubicBezTo>
                  <a:pt x="1108" y="17"/>
                  <a:pt x="1150" y="10"/>
                  <a:pt x="1193" y="6"/>
                </a:cubicBezTo>
                <a:cubicBezTo>
                  <a:pt x="1237" y="2"/>
                  <a:pt x="1280" y="0"/>
                  <a:pt x="1323" y="0"/>
                </a:cubicBezTo>
                <a:cubicBezTo>
                  <a:pt x="1366" y="0"/>
                  <a:pt x="1410" y="2"/>
                  <a:pt x="1453" y="6"/>
                </a:cubicBezTo>
                <a:cubicBezTo>
                  <a:pt x="1496" y="10"/>
                  <a:pt x="1539" y="17"/>
                  <a:pt x="1582" y="25"/>
                </a:cubicBezTo>
                <a:cubicBezTo>
                  <a:pt x="1625" y="34"/>
                  <a:pt x="1667" y="44"/>
                  <a:pt x="1708" y="57"/>
                </a:cubicBezTo>
                <a:cubicBezTo>
                  <a:pt x="1750" y="69"/>
                  <a:pt x="1790" y="84"/>
                  <a:pt x="1830" y="101"/>
                </a:cubicBezTo>
                <a:cubicBezTo>
                  <a:pt x="1870" y="117"/>
                  <a:pt x="1910" y="136"/>
                  <a:pt x="1948" y="156"/>
                </a:cubicBezTo>
                <a:cubicBezTo>
                  <a:pt x="1986" y="177"/>
                  <a:pt x="2023" y="199"/>
                  <a:pt x="2059" y="223"/>
                </a:cubicBezTo>
                <a:cubicBezTo>
                  <a:pt x="2095" y="247"/>
                  <a:pt x="2130" y="273"/>
                  <a:pt x="2163" y="300"/>
                </a:cubicBezTo>
                <a:cubicBezTo>
                  <a:pt x="2197" y="328"/>
                  <a:pt x="2229" y="357"/>
                  <a:pt x="2260" y="387"/>
                </a:cubicBezTo>
                <a:cubicBezTo>
                  <a:pt x="2290" y="418"/>
                  <a:pt x="2319" y="450"/>
                  <a:pt x="2347" y="484"/>
                </a:cubicBezTo>
                <a:cubicBezTo>
                  <a:pt x="2374" y="517"/>
                  <a:pt x="2400" y="552"/>
                  <a:pt x="2424" y="588"/>
                </a:cubicBezTo>
                <a:cubicBezTo>
                  <a:pt x="2448" y="624"/>
                  <a:pt x="2470" y="661"/>
                  <a:pt x="2491" y="699"/>
                </a:cubicBezTo>
                <a:cubicBezTo>
                  <a:pt x="2511" y="737"/>
                  <a:pt x="2530" y="777"/>
                  <a:pt x="2546" y="817"/>
                </a:cubicBezTo>
                <a:cubicBezTo>
                  <a:pt x="2563" y="857"/>
                  <a:pt x="2578" y="897"/>
                  <a:pt x="2590" y="939"/>
                </a:cubicBezTo>
                <a:cubicBezTo>
                  <a:pt x="2603" y="980"/>
                  <a:pt x="2613" y="1022"/>
                  <a:pt x="2622" y="1065"/>
                </a:cubicBezTo>
                <a:cubicBezTo>
                  <a:pt x="2630" y="1107"/>
                  <a:pt x="2636" y="1150"/>
                  <a:pt x="2641" y="1193"/>
                </a:cubicBezTo>
                <a:cubicBezTo>
                  <a:pt x="2645" y="1236"/>
                  <a:pt x="2647" y="1279"/>
                  <a:pt x="2647" y="1323"/>
                </a:cubicBezTo>
                <a:close/>
              </a:path>
            </a:pathLst>
          </a:custGeom>
          <a:solidFill>
            <a:srgbClr val="457B9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195880" y="4170960"/>
            <a:ext cx="18007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emotional expression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668160" y="1884960"/>
            <a:ext cx="3805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👨‍⚕️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9105480" y="3130560"/>
            <a:ext cx="1601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Professional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091080" y="3435120"/>
            <a:ext cx="16304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Consultation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8767440" y="4170960"/>
            <a:ext cx="22773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Expert guidance for mental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任意多边形: 形状 64"/>
          <p:cNvSpPr/>
          <p:nvPr/>
        </p:nvSpPr>
        <p:spPr>
          <a:xfrm>
            <a:off x="0" y="6295680"/>
            <a:ext cx="12192120" cy="562320"/>
          </a:xfrm>
          <a:custGeom>
            <a:avLst/>
            <a:gdLst/>
            <a:ahLst/>
            <a:cxnLst/>
            <a:rect l="0" t="0" r="r" b="b"/>
            <a:pathLst>
              <a:path w="33867" h="1562">
                <a:moveTo>
                  <a:pt x="0" y="0"/>
                </a:moveTo>
                <a:lnTo>
                  <a:pt x="33867" y="0"/>
                </a:lnTo>
                <a:lnTo>
                  <a:pt x="33867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任意多边形: 形状 65"/>
          <p:cNvSpPr/>
          <p:nvPr/>
        </p:nvSpPr>
        <p:spPr>
          <a:xfrm>
            <a:off x="0" y="629568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540720" y="4475880"/>
            <a:ext cx="73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wellness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1349360" y="6491520"/>
            <a:ext cx="271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- 4 -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任意多边形: 形状 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任意多边形: 形状 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任意多边形: 形状 70"/>
          <p:cNvSpPr/>
          <p:nvPr/>
        </p:nvSpPr>
        <p:spPr>
          <a:xfrm>
            <a:off x="0" y="0"/>
            <a:ext cx="12192120" cy="1248120"/>
          </a:xfrm>
          <a:custGeom>
            <a:avLst/>
            <a:gdLst/>
            <a:ahLst/>
            <a:cxnLst/>
            <a:rect l="0" t="0" r="r" b="b"/>
            <a:pathLst>
              <a:path w="33867" h="3467">
                <a:moveTo>
                  <a:pt x="0" y="0"/>
                </a:moveTo>
                <a:lnTo>
                  <a:pt x="33867" y="0"/>
                </a:lnTo>
                <a:lnTo>
                  <a:pt x="33867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任意多边形: 形状 71"/>
          <p:cNvSpPr/>
          <p:nvPr/>
        </p:nvSpPr>
        <p:spPr>
          <a:xfrm>
            <a:off x="0" y="123804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571320" y="423000"/>
            <a:ext cx="377316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Trinity Support System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任意多边形: 形状 73"/>
          <p:cNvSpPr/>
          <p:nvPr/>
        </p:nvSpPr>
        <p:spPr>
          <a:xfrm>
            <a:off x="0" y="6295680"/>
            <a:ext cx="12192120" cy="562320"/>
          </a:xfrm>
          <a:custGeom>
            <a:avLst/>
            <a:gdLst/>
            <a:ahLst/>
            <a:cxnLst/>
            <a:rect l="0" t="0" r="r" b="b"/>
            <a:pathLst>
              <a:path w="33867" h="1562">
                <a:moveTo>
                  <a:pt x="0" y="0"/>
                </a:moveTo>
                <a:lnTo>
                  <a:pt x="33867" y="0"/>
                </a:lnTo>
                <a:lnTo>
                  <a:pt x="33867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任意多边形: 形状 74"/>
          <p:cNvSpPr/>
          <p:nvPr/>
        </p:nvSpPr>
        <p:spPr>
          <a:xfrm>
            <a:off x="0" y="629568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1349360" y="528840"/>
            <a:ext cx="271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- 5 -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任意多边形: 形状 76"/>
          <p:cNvSpPr/>
          <p:nvPr/>
        </p:nvSpPr>
        <p:spPr>
          <a:xfrm>
            <a:off x="4000320" y="2914560"/>
            <a:ext cx="762480" cy="762120"/>
          </a:xfrm>
          <a:custGeom>
            <a:avLst/>
            <a:gdLst/>
            <a:ahLst/>
            <a:cxnLst/>
            <a:rect l="0" t="0" r="r" b="b"/>
            <a:pathLst>
              <a:path w="2118" h="2117">
                <a:moveTo>
                  <a:pt x="2118" y="1058"/>
                </a:moveTo>
                <a:cubicBezTo>
                  <a:pt x="2118" y="1093"/>
                  <a:pt x="2116" y="1127"/>
                  <a:pt x="2113" y="1162"/>
                </a:cubicBezTo>
                <a:cubicBezTo>
                  <a:pt x="2109" y="1196"/>
                  <a:pt x="2104" y="1231"/>
                  <a:pt x="2097" y="1265"/>
                </a:cubicBezTo>
                <a:cubicBezTo>
                  <a:pt x="2091" y="1299"/>
                  <a:pt x="2082" y="1332"/>
                  <a:pt x="2072" y="1365"/>
                </a:cubicBezTo>
                <a:cubicBezTo>
                  <a:pt x="2062" y="1398"/>
                  <a:pt x="2050" y="1432"/>
                  <a:pt x="2037" y="1464"/>
                </a:cubicBezTo>
                <a:cubicBezTo>
                  <a:pt x="2024" y="1496"/>
                  <a:pt x="2009" y="1527"/>
                  <a:pt x="1993" y="1558"/>
                </a:cubicBezTo>
                <a:cubicBezTo>
                  <a:pt x="1976" y="1589"/>
                  <a:pt x="1959" y="1618"/>
                  <a:pt x="1939" y="1647"/>
                </a:cubicBezTo>
                <a:cubicBezTo>
                  <a:pt x="1920" y="1676"/>
                  <a:pt x="1899" y="1704"/>
                  <a:pt x="1877" y="1730"/>
                </a:cubicBezTo>
                <a:cubicBezTo>
                  <a:pt x="1855" y="1757"/>
                  <a:pt x="1832" y="1783"/>
                  <a:pt x="1808" y="1807"/>
                </a:cubicBezTo>
                <a:cubicBezTo>
                  <a:pt x="1783" y="1832"/>
                  <a:pt x="1758" y="1855"/>
                  <a:pt x="1731" y="1877"/>
                </a:cubicBezTo>
                <a:cubicBezTo>
                  <a:pt x="1704" y="1899"/>
                  <a:pt x="1676" y="1920"/>
                  <a:pt x="1647" y="1939"/>
                </a:cubicBezTo>
                <a:cubicBezTo>
                  <a:pt x="1618" y="1958"/>
                  <a:pt x="1589" y="1976"/>
                  <a:pt x="1558" y="1992"/>
                </a:cubicBezTo>
                <a:cubicBezTo>
                  <a:pt x="1528" y="2009"/>
                  <a:pt x="1496" y="2024"/>
                  <a:pt x="1464" y="2037"/>
                </a:cubicBezTo>
                <a:cubicBezTo>
                  <a:pt x="1432" y="2050"/>
                  <a:pt x="1400" y="2062"/>
                  <a:pt x="1367" y="2072"/>
                </a:cubicBezTo>
                <a:cubicBezTo>
                  <a:pt x="1333" y="2082"/>
                  <a:pt x="1300" y="2090"/>
                  <a:pt x="1266" y="2097"/>
                </a:cubicBezTo>
                <a:cubicBezTo>
                  <a:pt x="1232" y="2104"/>
                  <a:pt x="1198" y="2109"/>
                  <a:pt x="1163" y="2112"/>
                </a:cubicBezTo>
                <a:cubicBezTo>
                  <a:pt x="1129" y="2116"/>
                  <a:pt x="1094" y="2117"/>
                  <a:pt x="1059" y="2117"/>
                </a:cubicBezTo>
                <a:cubicBezTo>
                  <a:pt x="1025" y="2117"/>
                  <a:pt x="990" y="2116"/>
                  <a:pt x="956" y="2112"/>
                </a:cubicBezTo>
                <a:cubicBezTo>
                  <a:pt x="921" y="2109"/>
                  <a:pt x="887" y="2104"/>
                  <a:pt x="853" y="2097"/>
                </a:cubicBezTo>
                <a:cubicBezTo>
                  <a:pt x="819" y="2090"/>
                  <a:pt x="785" y="2082"/>
                  <a:pt x="752" y="2072"/>
                </a:cubicBezTo>
                <a:cubicBezTo>
                  <a:pt x="719" y="2062"/>
                  <a:pt x="686" y="2050"/>
                  <a:pt x="654" y="2037"/>
                </a:cubicBezTo>
                <a:cubicBezTo>
                  <a:pt x="622" y="2024"/>
                  <a:pt x="591" y="2009"/>
                  <a:pt x="560" y="1992"/>
                </a:cubicBezTo>
                <a:cubicBezTo>
                  <a:pt x="530" y="1976"/>
                  <a:pt x="499" y="1958"/>
                  <a:pt x="470" y="1939"/>
                </a:cubicBezTo>
                <a:cubicBezTo>
                  <a:pt x="442" y="1920"/>
                  <a:pt x="414" y="1899"/>
                  <a:pt x="387" y="1877"/>
                </a:cubicBezTo>
                <a:cubicBezTo>
                  <a:pt x="360" y="1855"/>
                  <a:pt x="334" y="1832"/>
                  <a:pt x="310" y="1807"/>
                </a:cubicBezTo>
                <a:cubicBezTo>
                  <a:pt x="285" y="1783"/>
                  <a:pt x="262" y="1757"/>
                  <a:pt x="240" y="1730"/>
                </a:cubicBezTo>
                <a:cubicBezTo>
                  <a:pt x="218" y="1704"/>
                  <a:pt x="198" y="1676"/>
                  <a:pt x="178" y="1647"/>
                </a:cubicBezTo>
                <a:cubicBezTo>
                  <a:pt x="159" y="1618"/>
                  <a:pt x="141" y="1589"/>
                  <a:pt x="125" y="1558"/>
                </a:cubicBezTo>
                <a:cubicBezTo>
                  <a:pt x="109" y="1527"/>
                  <a:pt x="94" y="1496"/>
                  <a:pt x="81" y="1464"/>
                </a:cubicBezTo>
                <a:cubicBezTo>
                  <a:pt x="67" y="1432"/>
                  <a:pt x="56" y="1398"/>
                  <a:pt x="46" y="1365"/>
                </a:cubicBezTo>
                <a:cubicBezTo>
                  <a:pt x="36" y="1332"/>
                  <a:pt x="27" y="1299"/>
                  <a:pt x="20" y="1265"/>
                </a:cubicBezTo>
                <a:cubicBezTo>
                  <a:pt x="14" y="1231"/>
                  <a:pt x="8" y="1196"/>
                  <a:pt x="5" y="1162"/>
                </a:cubicBezTo>
                <a:cubicBezTo>
                  <a:pt x="2" y="1127"/>
                  <a:pt x="0" y="1093"/>
                  <a:pt x="0" y="1058"/>
                </a:cubicBezTo>
                <a:cubicBezTo>
                  <a:pt x="0" y="1023"/>
                  <a:pt x="2" y="989"/>
                  <a:pt x="5" y="954"/>
                </a:cubicBezTo>
                <a:cubicBezTo>
                  <a:pt x="8" y="920"/>
                  <a:pt x="14" y="886"/>
                  <a:pt x="20" y="852"/>
                </a:cubicBezTo>
                <a:cubicBezTo>
                  <a:pt x="27" y="818"/>
                  <a:pt x="36" y="784"/>
                  <a:pt x="46" y="751"/>
                </a:cubicBezTo>
                <a:cubicBezTo>
                  <a:pt x="56" y="718"/>
                  <a:pt x="67" y="685"/>
                  <a:pt x="81" y="653"/>
                </a:cubicBezTo>
                <a:cubicBezTo>
                  <a:pt x="94" y="621"/>
                  <a:pt x="109" y="590"/>
                  <a:pt x="125" y="559"/>
                </a:cubicBezTo>
                <a:cubicBezTo>
                  <a:pt x="141" y="529"/>
                  <a:pt x="159" y="499"/>
                  <a:pt x="178" y="470"/>
                </a:cubicBezTo>
                <a:cubicBezTo>
                  <a:pt x="198" y="441"/>
                  <a:pt x="218" y="413"/>
                  <a:pt x="240" y="387"/>
                </a:cubicBezTo>
                <a:cubicBezTo>
                  <a:pt x="262" y="360"/>
                  <a:pt x="285" y="334"/>
                  <a:pt x="310" y="310"/>
                </a:cubicBezTo>
                <a:cubicBezTo>
                  <a:pt x="334" y="285"/>
                  <a:pt x="360" y="262"/>
                  <a:pt x="387" y="240"/>
                </a:cubicBezTo>
                <a:cubicBezTo>
                  <a:pt x="414" y="218"/>
                  <a:pt x="442" y="197"/>
                  <a:pt x="470" y="178"/>
                </a:cubicBezTo>
                <a:cubicBezTo>
                  <a:pt x="499" y="159"/>
                  <a:pt x="530" y="141"/>
                  <a:pt x="560" y="125"/>
                </a:cubicBezTo>
                <a:cubicBezTo>
                  <a:pt x="591" y="108"/>
                  <a:pt x="622" y="94"/>
                  <a:pt x="654" y="80"/>
                </a:cubicBezTo>
                <a:cubicBezTo>
                  <a:pt x="686" y="67"/>
                  <a:pt x="719" y="55"/>
                  <a:pt x="752" y="45"/>
                </a:cubicBezTo>
                <a:cubicBezTo>
                  <a:pt x="785" y="35"/>
                  <a:pt x="819" y="27"/>
                  <a:pt x="853" y="20"/>
                </a:cubicBezTo>
                <a:cubicBezTo>
                  <a:pt x="887" y="13"/>
                  <a:pt x="921" y="8"/>
                  <a:pt x="956" y="5"/>
                </a:cubicBezTo>
                <a:cubicBezTo>
                  <a:pt x="990" y="1"/>
                  <a:pt x="1025" y="0"/>
                  <a:pt x="1059" y="0"/>
                </a:cubicBezTo>
                <a:cubicBezTo>
                  <a:pt x="1094" y="0"/>
                  <a:pt x="1129" y="1"/>
                  <a:pt x="1163" y="5"/>
                </a:cubicBezTo>
                <a:cubicBezTo>
                  <a:pt x="1198" y="8"/>
                  <a:pt x="1232" y="13"/>
                  <a:pt x="1266" y="20"/>
                </a:cubicBezTo>
                <a:cubicBezTo>
                  <a:pt x="1300" y="27"/>
                  <a:pt x="1333" y="35"/>
                  <a:pt x="1367" y="45"/>
                </a:cubicBezTo>
                <a:cubicBezTo>
                  <a:pt x="1400" y="55"/>
                  <a:pt x="1432" y="67"/>
                  <a:pt x="1464" y="80"/>
                </a:cubicBezTo>
                <a:cubicBezTo>
                  <a:pt x="1496" y="94"/>
                  <a:pt x="1528" y="108"/>
                  <a:pt x="1558" y="125"/>
                </a:cubicBezTo>
                <a:cubicBezTo>
                  <a:pt x="1589" y="141"/>
                  <a:pt x="1618" y="159"/>
                  <a:pt x="1647" y="178"/>
                </a:cubicBezTo>
                <a:cubicBezTo>
                  <a:pt x="1676" y="197"/>
                  <a:pt x="1704" y="218"/>
                  <a:pt x="1731" y="240"/>
                </a:cubicBezTo>
                <a:cubicBezTo>
                  <a:pt x="1758" y="262"/>
                  <a:pt x="1783" y="285"/>
                  <a:pt x="1808" y="310"/>
                </a:cubicBezTo>
                <a:cubicBezTo>
                  <a:pt x="1832" y="334"/>
                  <a:pt x="1855" y="360"/>
                  <a:pt x="1877" y="387"/>
                </a:cubicBezTo>
                <a:cubicBezTo>
                  <a:pt x="1899" y="413"/>
                  <a:pt x="1920" y="441"/>
                  <a:pt x="1939" y="470"/>
                </a:cubicBezTo>
                <a:cubicBezTo>
                  <a:pt x="1959" y="499"/>
                  <a:pt x="1976" y="529"/>
                  <a:pt x="1993" y="559"/>
                </a:cubicBezTo>
                <a:cubicBezTo>
                  <a:pt x="2009" y="590"/>
                  <a:pt x="2024" y="621"/>
                  <a:pt x="2037" y="653"/>
                </a:cubicBezTo>
                <a:cubicBezTo>
                  <a:pt x="2050" y="685"/>
                  <a:pt x="2062" y="718"/>
                  <a:pt x="2072" y="751"/>
                </a:cubicBezTo>
                <a:cubicBezTo>
                  <a:pt x="2082" y="784"/>
                  <a:pt x="2091" y="818"/>
                  <a:pt x="2097" y="852"/>
                </a:cubicBezTo>
                <a:cubicBezTo>
                  <a:pt x="2104" y="886"/>
                  <a:pt x="2109" y="920"/>
                  <a:pt x="2113" y="954"/>
                </a:cubicBezTo>
                <a:cubicBezTo>
                  <a:pt x="2116" y="989"/>
                  <a:pt x="2118" y="1023"/>
                  <a:pt x="2118" y="1058"/>
                </a:cubicBezTo>
                <a:close/>
              </a:path>
            </a:pathLst>
          </a:custGeom>
          <a:solidFill>
            <a:srgbClr val="E76F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1349360" y="6491520"/>
            <a:ext cx="271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- 5 -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203360" y="3135240"/>
            <a:ext cx="2854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🤖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787560" y="3886920"/>
            <a:ext cx="11836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AI Matching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637800" y="4321440"/>
            <a:ext cx="14810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Intelligent pairing of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任意多边形: 形状 81"/>
          <p:cNvSpPr/>
          <p:nvPr/>
        </p:nvSpPr>
        <p:spPr>
          <a:xfrm>
            <a:off x="7429320" y="2914560"/>
            <a:ext cx="762480" cy="762120"/>
          </a:xfrm>
          <a:custGeom>
            <a:avLst/>
            <a:gdLst/>
            <a:ahLst/>
            <a:cxnLst/>
            <a:rect l="0" t="0" r="r" b="b"/>
            <a:pathLst>
              <a:path w="2118" h="2117">
                <a:moveTo>
                  <a:pt x="2118" y="1058"/>
                </a:moveTo>
                <a:cubicBezTo>
                  <a:pt x="2118" y="1093"/>
                  <a:pt x="2116" y="1127"/>
                  <a:pt x="2113" y="1162"/>
                </a:cubicBezTo>
                <a:cubicBezTo>
                  <a:pt x="2109" y="1196"/>
                  <a:pt x="2104" y="1231"/>
                  <a:pt x="2097" y="1265"/>
                </a:cubicBezTo>
                <a:cubicBezTo>
                  <a:pt x="2091" y="1299"/>
                  <a:pt x="2082" y="1332"/>
                  <a:pt x="2072" y="1365"/>
                </a:cubicBezTo>
                <a:cubicBezTo>
                  <a:pt x="2062" y="1398"/>
                  <a:pt x="2050" y="1432"/>
                  <a:pt x="2037" y="1464"/>
                </a:cubicBezTo>
                <a:cubicBezTo>
                  <a:pt x="2024" y="1496"/>
                  <a:pt x="2009" y="1527"/>
                  <a:pt x="1993" y="1558"/>
                </a:cubicBezTo>
                <a:cubicBezTo>
                  <a:pt x="1976" y="1589"/>
                  <a:pt x="1959" y="1618"/>
                  <a:pt x="1939" y="1647"/>
                </a:cubicBezTo>
                <a:cubicBezTo>
                  <a:pt x="1920" y="1676"/>
                  <a:pt x="1899" y="1704"/>
                  <a:pt x="1877" y="1730"/>
                </a:cubicBezTo>
                <a:cubicBezTo>
                  <a:pt x="1855" y="1757"/>
                  <a:pt x="1832" y="1783"/>
                  <a:pt x="1808" y="1807"/>
                </a:cubicBezTo>
                <a:cubicBezTo>
                  <a:pt x="1783" y="1832"/>
                  <a:pt x="1758" y="1855"/>
                  <a:pt x="1731" y="1877"/>
                </a:cubicBezTo>
                <a:cubicBezTo>
                  <a:pt x="1704" y="1899"/>
                  <a:pt x="1676" y="1920"/>
                  <a:pt x="1647" y="1939"/>
                </a:cubicBezTo>
                <a:cubicBezTo>
                  <a:pt x="1618" y="1958"/>
                  <a:pt x="1589" y="1976"/>
                  <a:pt x="1557" y="1992"/>
                </a:cubicBezTo>
                <a:cubicBezTo>
                  <a:pt x="1527" y="2009"/>
                  <a:pt x="1495" y="2024"/>
                  <a:pt x="1463" y="2037"/>
                </a:cubicBezTo>
                <a:cubicBezTo>
                  <a:pt x="1431" y="2050"/>
                  <a:pt x="1399" y="2062"/>
                  <a:pt x="1366" y="2072"/>
                </a:cubicBezTo>
                <a:cubicBezTo>
                  <a:pt x="1332" y="2082"/>
                  <a:pt x="1299" y="2090"/>
                  <a:pt x="1265" y="2097"/>
                </a:cubicBezTo>
                <a:cubicBezTo>
                  <a:pt x="1231" y="2104"/>
                  <a:pt x="1197" y="2109"/>
                  <a:pt x="1162" y="2112"/>
                </a:cubicBezTo>
                <a:cubicBezTo>
                  <a:pt x="1128" y="2116"/>
                  <a:pt x="1093" y="2117"/>
                  <a:pt x="1058" y="2117"/>
                </a:cubicBezTo>
                <a:cubicBezTo>
                  <a:pt x="1024" y="2117"/>
                  <a:pt x="989" y="2116"/>
                  <a:pt x="955" y="2112"/>
                </a:cubicBezTo>
                <a:cubicBezTo>
                  <a:pt x="920" y="2109"/>
                  <a:pt x="886" y="2104"/>
                  <a:pt x="852" y="2097"/>
                </a:cubicBezTo>
                <a:cubicBezTo>
                  <a:pt x="818" y="2090"/>
                  <a:pt x="784" y="2082"/>
                  <a:pt x="751" y="2072"/>
                </a:cubicBezTo>
                <a:cubicBezTo>
                  <a:pt x="718" y="2062"/>
                  <a:pt x="685" y="2050"/>
                  <a:pt x="653" y="2037"/>
                </a:cubicBezTo>
                <a:cubicBezTo>
                  <a:pt x="621" y="2024"/>
                  <a:pt x="590" y="2009"/>
                  <a:pt x="559" y="1992"/>
                </a:cubicBezTo>
                <a:cubicBezTo>
                  <a:pt x="529" y="1976"/>
                  <a:pt x="499" y="1958"/>
                  <a:pt x="470" y="1939"/>
                </a:cubicBezTo>
                <a:cubicBezTo>
                  <a:pt x="442" y="1920"/>
                  <a:pt x="414" y="1899"/>
                  <a:pt x="387" y="1877"/>
                </a:cubicBezTo>
                <a:cubicBezTo>
                  <a:pt x="360" y="1855"/>
                  <a:pt x="334" y="1832"/>
                  <a:pt x="310" y="1807"/>
                </a:cubicBezTo>
                <a:cubicBezTo>
                  <a:pt x="285" y="1783"/>
                  <a:pt x="262" y="1757"/>
                  <a:pt x="240" y="1730"/>
                </a:cubicBezTo>
                <a:cubicBezTo>
                  <a:pt x="218" y="1704"/>
                  <a:pt x="198" y="1676"/>
                  <a:pt x="178" y="1647"/>
                </a:cubicBezTo>
                <a:cubicBezTo>
                  <a:pt x="159" y="1618"/>
                  <a:pt x="141" y="1589"/>
                  <a:pt x="125" y="1558"/>
                </a:cubicBezTo>
                <a:cubicBezTo>
                  <a:pt x="109" y="1527"/>
                  <a:pt x="94" y="1496"/>
                  <a:pt x="81" y="1464"/>
                </a:cubicBezTo>
                <a:cubicBezTo>
                  <a:pt x="67" y="1432"/>
                  <a:pt x="56" y="1398"/>
                  <a:pt x="46" y="1365"/>
                </a:cubicBezTo>
                <a:cubicBezTo>
                  <a:pt x="36" y="1332"/>
                  <a:pt x="27" y="1299"/>
                  <a:pt x="20" y="1265"/>
                </a:cubicBezTo>
                <a:cubicBezTo>
                  <a:pt x="14" y="1231"/>
                  <a:pt x="8" y="1196"/>
                  <a:pt x="5" y="1162"/>
                </a:cubicBezTo>
                <a:cubicBezTo>
                  <a:pt x="2" y="1127"/>
                  <a:pt x="0" y="1093"/>
                  <a:pt x="0" y="1058"/>
                </a:cubicBezTo>
                <a:cubicBezTo>
                  <a:pt x="0" y="1023"/>
                  <a:pt x="2" y="989"/>
                  <a:pt x="5" y="954"/>
                </a:cubicBezTo>
                <a:cubicBezTo>
                  <a:pt x="8" y="920"/>
                  <a:pt x="14" y="886"/>
                  <a:pt x="20" y="852"/>
                </a:cubicBezTo>
                <a:cubicBezTo>
                  <a:pt x="27" y="818"/>
                  <a:pt x="36" y="784"/>
                  <a:pt x="46" y="751"/>
                </a:cubicBezTo>
                <a:cubicBezTo>
                  <a:pt x="56" y="718"/>
                  <a:pt x="67" y="685"/>
                  <a:pt x="81" y="653"/>
                </a:cubicBezTo>
                <a:cubicBezTo>
                  <a:pt x="94" y="621"/>
                  <a:pt x="109" y="590"/>
                  <a:pt x="125" y="559"/>
                </a:cubicBezTo>
                <a:cubicBezTo>
                  <a:pt x="141" y="529"/>
                  <a:pt x="159" y="499"/>
                  <a:pt x="178" y="470"/>
                </a:cubicBezTo>
                <a:cubicBezTo>
                  <a:pt x="198" y="441"/>
                  <a:pt x="218" y="413"/>
                  <a:pt x="240" y="387"/>
                </a:cubicBezTo>
                <a:cubicBezTo>
                  <a:pt x="262" y="360"/>
                  <a:pt x="285" y="334"/>
                  <a:pt x="310" y="310"/>
                </a:cubicBezTo>
                <a:cubicBezTo>
                  <a:pt x="334" y="285"/>
                  <a:pt x="360" y="262"/>
                  <a:pt x="387" y="240"/>
                </a:cubicBezTo>
                <a:cubicBezTo>
                  <a:pt x="414" y="218"/>
                  <a:pt x="442" y="197"/>
                  <a:pt x="470" y="178"/>
                </a:cubicBezTo>
                <a:cubicBezTo>
                  <a:pt x="499" y="159"/>
                  <a:pt x="529" y="141"/>
                  <a:pt x="559" y="125"/>
                </a:cubicBezTo>
                <a:cubicBezTo>
                  <a:pt x="590" y="108"/>
                  <a:pt x="621" y="94"/>
                  <a:pt x="653" y="80"/>
                </a:cubicBezTo>
                <a:cubicBezTo>
                  <a:pt x="685" y="67"/>
                  <a:pt x="718" y="55"/>
                  <a:pt x="751" y="45"/>
                </a:cubicBezTo>
                <a:cubicBezTo>
                  <a:pt x="784" y="35"/>
                  <a:pt x="818" y="27"/>
                  <a:pt x="852" y="20"/>
                </a:cubicBezTo>
                <a:cubicBezTo>
                  <a:pt x="886" y="13"/>
                  <a:pt x="920" y="8"/>
                  <a:pt x="955" y="5"/>
                </a:cubicBezTo>
                <a:cubicBezTo>
                  <a:pt x="989" y="1"/>
                  <a:pt x="1024" y="0"/>
                  <a:pt x="1058" y="0"/>
                </a:cubicBezTo>
                <a:cubicBezTo>
                  <a:pt x="1093" y="0"/>
                  <a:pt x="1128" y="1"/>
                  <a:pt x="1162" y="5"/>
                </a:cubicBezTo>
                <a:cubicBezTo>
                  <a:pt x="1197" y="8"/>
                  <a:pt x="1231" y="13"/>
                  <a:pt x="1265" y="20"/>
                </a:cubicBezTo>
                <a:cubicBezTo>
                  <a:pt x="1299" y="27"/>
                  <a:pt x="1332" y="35"/>
                  <a:pt x="1366" y="45"/>
                </a:cubicBezTo>
                <a:cubicBezTo>
                  <a:pt x="1399" y="55"/>
                  <a:pt x="1431" y="67"/>
                  <a:pt x="1463" y="80"/>
                </a:cubicBezTo>
                <a:cubicBezTo>
                  <a:pt x="1495" y="94"/>
                  <a:pt x="1527" y="108"/>
                  <a:pt x="1557" y="125"/>
                </a:cubicBezTo>
                <a:cubicBezTo>
                  <a:pt x="1589" y="141"/>
                  <a:pt x="1618" y="159"/>
                  <a:pt x="1647" y="178"/>
                </a:cubicBezTo>
                <a:cubicBezTo>
                  <a:pt x="1676" y="197"/>
                  <a:pt x="1704" y="218"/>
                  <a:pt x="1731" y="240"/>
                </a:cubicBezTo>
                <a:cubicBezTo>
                  <a:pt x="1758" y="262"/>
                  <a:pt x="1783" y="285"/>
                  <a:pt x="1808" y="310"/>
                </a:cubicBezTo>
                <a:cubicBezTo>
                  <a:pt x="1832" y="334"/>
                  <a:pt x="1855" y="360"/>
                  <a:pt x="1877" y="387"/>
                </a:cubicBezTo>
                <a:cubicBezTo>
                  <a:pt x="1899" y="413"/>
                  <a:pt x="1920" y="441"/>
                  <a:pt x="1939" y="470"/>
                </a:cubicBezTo>
                <a:cubicBezTo>
                  <a:pt x="1959" y="499"/>
                  <a:pt x="1976" y="529"/>
                  <a:pt x="1993" y="559"/>
                </a:cubicBezTo>
                <a:cubicBezTo>
                  <a:pt x="2009" y="590"/>
                  <a:pt x="2024" y="621"/>
                  <a:pt x="2037" y="653"/>
                </a:cubicBezTo>
                <a:cubicBezTo>
                  <a:pt x="2050" y="685"/>
                  <a:pt x="2062" y="718"/>
                  <a:pt x="2072" y="751"/>
                </a:cubicBezTo>
                <a:cubicBezTo>
                  <a:pt x="2082" y="784"/>
                  <a:pt x="2091" y="818"/>
                  <a:pt x="2097" y="852"/>
                </a:cubicBezTo>
                <a:cubicBezTo>
                  <a:pt x="2104" y="886"/>
                  <a:pt x="2109" y="920"/>
                  <a:pt x="2113" y="954"/>
                </a:cubicBezTo>
                <a:cubicBezTo>
                  <a:pt x="2116" y="989"/>
                  <a:pt x="2118" y="1023"/>
                  <a:pt x="2118" y="1058"/>
                </a:cubicBezTo>
                <a:close/>
              </a:path>
            </a:pathLst>
          </a:custGeom>
          <a:solidFill>
            <a:srgbClr val="E76F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700080" y="4559760"/>
            <a:ext cx="1357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users and helpers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7632360" y="3135240"/>
            <a:ext cx="2854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⚡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6937200" y="3886920"/>
            <a:ext cx="17409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Instant Response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7048080" y="4321440"/>
            <a:ext cx="15184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Real-time emotional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任意多边形: 形状 86"/>
          <p:cNvSpPr/>
          <p:nvPr/>
        </p:nvSpPr>
        <p:spPr>
          <a:xfrm>
            <a:off x="5714640" y="2628720"/>
            <a:ext cx="762480" cy="762480"/>
          </a:xfrm>
          <a:custGeom>
            <a:avLst/>
            <a:gdLst/>
            <a:ahLst/>
            <a:cxnLst/>
            <a:rect l="0" t="0" r="r" b="b"/>
            <a:pathLst>
              <a:path w="2118" h="2118">
                <a:moveTo>
                  <a:pt x="2118" y="1059"/>
                </a:moveTo>
                <a:cubicBezTo>
                  <a:pt x="2118" y="1094"/>
                  <a:pt x="2116" y="1129"/>
                  <a:pt x="2113" y="1163"/>
                </a:cubicBezTo>
                <a:cubicBezTo>
                  <a:pt x="2109" y="1198"/>
                  <a:pt x="2104" y="1232"/>
                  <a:pt x="2097" y="1266"/>
                </a:cubicBezTo>
                <a:cubicBezTo>
                  <a:pt x="2090" y="1300"/>
                  <a:pt x="2082" y="1333"/>
                  <a:pt x="2072" y="1367"/>
                </a:cubicBezTo>
                <a:cubicBezTo>
                  <a:pt x="2062" y="1400"/>
                  <a:pt x="2050" y="1432"/>
                  <a:pt x="2037" y="1464"/>
                </a:cubicBezTo>
                <a:cubicBezTo>
                  <a:pt x="2023" y="1496"/>
                  <a:pt x="2009" y="1528"/>
                  <a:pt x="1992" y="1558"/>
                </a:cubicBezTo>
                <a:cubicBezTo>
                  <a:pt x="1976" y="1589"/>
                  <a:pt x="1958" y="1618"/>
                  <a:pt x="1939" y="1647"/>
                </a:cubicBezTo>
                <a:cubicBezTo>
                  <a:pt x="1920" y="1676"/>
                  <a:pt x="1899" y="1704"/>
                  <a:pt x="1877" y="1731"/>
                </a:cubicBezTo>
                <a:cubicBezTo>
                  <a:pt x="1855" y="1758"/>
                  <a:pt x="1832" y="1783"/>
                  <a:pt x="1807" y="1808"/>
                </a:cubicBezTo>
                <a:cubicBezTo>
                  <a:pt x="1783" y="1832"/>
                  <a:pt x="1757" y="1855"/>
                  <a:pt x="1730" y="1877"/>
                </a:cubicBezTo>
                <a:cubicBezTo>
                  <a:pt x="1703" y="1899"/>
                  <a:pt x="1676" y="1920"/>
                  <a:pt x="1647" y="1939"/>
                </a:cubicBezTo>
                <a:cubicBezTo>
                  <a:pt x="1618" y="1959"/>
                  <a:pt x="1588" y="1976"/>
                  <a:pt x="1558" y="1993"/>
                </a:cubicBezTo>
                <a:cubicBezTo>
                  <a:pt x="1527" y="2009"/>
                  <a:pt x="1496" y="2024"/>
                  <a:pt x="1464" y="2037"/>
                </a:cubicBezTo>
                <a:cubicBezTo>
                  <a:pt x="1432" y="2050"/>
                  <a:pt x="1399" y="2062"/>
                  <a:pt x="1366" y="2072"/>
                </a:cubicBezTo>
                <a:cubicBezTo>
                  <a:pt x="1333" y="2082"/>
                  <a:pt x="1299" y="2091"/>
                  <a:pt x="1265" y="2097"/>
                </a:cubicBezTo>
                <a:cubicBezTo>
                  <a:pt x="1231" y="2104"/>
                  <a:pt x="1197" y="2109"/>
                  <a:pt x="1163" y="2113"/>
                </a:cubicBezTo>
                <a:cubicBezTo>
                  <a:pt x="1128" y="2116"/>
                  <a:pt x="1093" y="2118"/>
                  <a:pt x="1059" y="2118"/>
                </a:cubicBezTo>
                <a:cubicBezTo>
                  <a:pt x="1024" y="2118"/>
                  <a:pt x="990" y="2116"/>
                  <a:pt x="955" y="2113"/>
                </a:cubicBezTo>
                <a:cubicBezTo>
                  <a:pt x="921" y="2109"/>
                  <a:pt x="886" y="2104"/>
                  <a:pt x="852" y="2097"/>
                </a:cubicBezTo>
                <a:cubicBezTo>
                  <a:pt x="818" y="2091"/>
                  <a:pt x="785" y="2082"/>
                  <a:pt x="752" y="2072"/>
                </a:cubicBezTo>
                <a:cubicBezTo>
                  <a:pt x="718" y="2062"/>
                  <a:pt x="686" y="2050"/>
                  <a:pt x="654" y="2037"/>
                </a:cubicBezTo>
                <a:cubicBezTo>
                  <a:pt x="622" y="2024"/>
                  <a:pt x="591" y="2009"/>
                  <a:pt x="560" y="1993"/>
                </a:cubicBezTo>
                <a:cubicBezTo>
                  <a:pt x="529" y="1976"/>
                  <a:pt x="500" y="1959"/>
                  <a:pt x="471" y="1939"/>
                </a:cubicBezTo>
                <a:cubicBezTo>
                  <a:pt x="442" y="1920"/>
                  <a:pt x="414" y="1899"/>
                  <a:pt x="387" y="1877"/>
                </a:cubicBezTo>
                <a:cubicBezTo>
                  <a:pt x="361" y="1855"/>
                  <a:pt x="335" y="1832"/>
                  <a:pt x="310" y="1808"/>
                </a:cubicBezTo>
                <a:cubicBezTo>
                  <a:pt x="286" y="1783"/>
                  <a:pt x="263" y="1758"/>
                  <a:pt x="241" y="1731"/>
                </a:cubicBezTo>
                <a:cubicBezTo>
                  <a:pt x="219" y="1704"/>
                  <a:pt x="198" y="1676"/>
                  <a:pt x="179" y="1647"/>
                </a:cubicBezTo>
                <a:cubicBezTo>
                  <a:pt x="160" y="1618"/>
                  <a:pt x="142" y="1589"/>
                  <a:pt x="125" y="1558"/>
                </a:cubicBezTo>
                <a:cubicBezTo>
                  <a:pt x="109" y="1528"/>
                  <a:pt x="94" y="1496"/>
                  <a:pt x="81" y="1464"/>
                </a:cubicBezTo>
                <a:cubicBezTo>
                  <a:pt x="68" y="1432"/>
                  <a:pt x="56" y="1400"/>
                  <a:pt x="46" y="1367"/>
                </a:cubicBezTo>
                <a:cubicBezTo>
                  <a:pt x="36" y="1333"/>
                  <a:pt x="28" y="1300"/>
                  <a:pt x="21" y="1266"/>
                </a:cubicBezTo>
                <a:cubicBezTo>
                  <a:pt x="14" y="1232"/>
                  <a:pt x="9" y="1198"/>
                  <a:pt x="6" y="1163"/>
                </a:cubicBezTo>
                <a:cubicBezTo>
                  <a:pt x="2" y="1129"/>
                  <a:pt x="0" y="1094"/>
                  <a:pt x="0" y="1059"/>
                </a:cubicBezTo>
                <a:cubicBezTo>
                  <a:pt x="0" y="1025"/>
                  <a:pt x="2" y="990"/>
                  <a:pt x="6" y="956"/>
                </a:cubicBezTo>
                <a:cubicBezTo>
                  <a:pt x="9" y="921"/>
                  <a:pt x="14" y="887"/>
                  <a:pt x="21" y="853"/>
                </a:cubicBezTo>
                <a:cubicBezTo>
                  <a:pt x="28" y="819"/>
                  <a:pt x="36" y="785"/>
                  <a:pt x="46" y="752"/>
                </a:cubicBezTo>
                <a:cubicBezTo>
                  <a:pt x="56" y="719"/>
                  <a:pt x="68" y="686"/>
                  <a:pt x="81" y="654"/>
                </a:cubicBezTo>
                <a:cubicBezTo>
                  <a:pt x="94" y="622"/>
                  <a:pt x="109" y="591"/>
                  <a:pt x="125" y="560"/>
                </a:cubicBezTo>
                <a:cubicBezTo>
                  <a:pt x="142" y="530"/>
                  <a:pt x="160" y="500"/>
                  <a:pt x="179" y="471"/>
                </a:cubicBezTo>
                <a:cubicBezTo>
                  <a:pt x="198" y="443"/>
                  <a:pt x="219" y="415"/>
                  <a:pt x="241" y="388"/>
                </a:cubicBezTo>
                <a:cubicBezTo>
                  <a:pt x="263" y="361"/>
                  <a:pt x="286" y="335"/>
                  <a:pt x="310" y="311"/>
                </a:cubicBezTo>
                <a:cubicBezTo>
                  <a:pt x="335" y="286"/>
                  <a:pt x="361" y="263"/>
                  <a:pt x="387" y="241"/>
                </a:cubicBezTo>
                <a:cubicBezTo>
                  <a:pt x="414" y="219"/>
                  <a:pt x="442" y="199"/>
                  <a:pt x="471" y="179"/>
                </a:cubicBezTo>
                <a:cubicBezTo>
                  <a:pt x="500" y="160"/>
                  <a:pt x="529" y="142"/>
                  <a:pt x="560" y="126"/>
                </a:cubicBezTo>
                <a:cubicBezTo>
                  <a:pt x="591" y="110"/>
                  <a:pt x="622" y="94"/>
                  <a:pt x="654" y="81"/>
                </a:cubicBezTo>
                <a:cubicBezTo>
                  <a:pt x="686" y="67"/>
                  <a:pt x="718" y="56"/>
                  <a:pt x="752" y="46"/>
                </a:cubicBezTo>
                <a:cubicBezTo>
                  <a:pt x="785" y="36"/>
                  <a:pt x="818" y="27"/>
                  <a:pt x="852" y="20"/>
                </a:cubicBezTo>
                <a:cubicBezTo>
                  <a:pt x="886" y="14"/>
                  <a:pt x="921" y="8"/>
                  <a:pt x="955" y="5"/>
                </a:cubicBezTo>
                <a:cubicBezTo>
                  <a:pt x="990" y="2"/>
                  <a:pt x="1024" y="0"/>
                  <a:pt x="1059" y="0"/>
                </a:cubicBezTo>
                <a:cubicBezTo>
                  <a:pt x="1093" y="0"/>
                  <a:pt x="1128" y="2"/>
                  <a:pt x="1163" y="5"/>
                </a:cubicBezTo>
                <a:cubicBezTo>
                  <a:pt x="1197" y="8"/>
                  <a:pt x="1231" y="14"/>
                  <a:pt x="1265" y="20"/>
                </a:cubicBezTo>
                <a:cubicBezTo>
                  <a:pt x="1299" y="27"/>
                  <a:pt x="1333" y="36"/>
                  <a:pt x="1366" y="46"/>
                </a:cubicBezTo>
                <a:cubicBezTo>
                  <a:pt x="1399" y="56"/>
                  <a:pt x="1432" y="67"/>
                  <a:pt x="1464" y="81"/>
                </a:cubicBezTo>
                <a:cubicBezTo>
                  <a:pt x="1496" y="94"/>
                  <a:pt x="1527" y="110"/>
                  <a:pt x="1558" y="126"/>
                </a:cubicBezTo>
                <a:cubicBezTo>
                  <a:pt x="1588" y="142"/>
                  <a:pt x="1618" y="160"/>
                  <a:pt x="1647" y="179"/>
                </a:cubicBezTo>
                <a:cubicBezTo>
                  <a:pt x="1676" y="199"/>
                  <a:pt x="1703" y="219"/>
                  <a:pt x="1730" y="241"/>
                </a:cubicBezTo>
                <a:cubicBezTo>
                  <a:pt x="1757" y="263"/>
                  <a:pt x="1783" y="286"/>
                  <a:pt x="1807" y="311"/>
                </a:cubicBezTo>
                <a:cubicBezTo>
                  <a:pt x="1832" y="335"/>
                  <a:pt x="1855" y="361"/>
                  <a:pt x="1877" y="388"/>
                </a:cubicBezTo>
                <a:cubicBezTo>
                  <a:pt x="1899" y="415"/>
                  <a:pt x="1920" y="443"/>
                  <a:pt x="1939" y="471"/>
                </a:cubicBezTo>
                <a:cubicBezTo>
                  <a:pt x="1958" y="500"/>
                  <a:pt x="1976" y="530"/>
                  <a:pt x="1992" y="560"/>
                </a:cubicBezTo>
                <a:cubicBezTo>
                  <a:pt x="2009" y="591"/>
                  <a:pt x="2023" y="622"/>
                  <a:pt x="2037" y="654"/>
                </a:cubicBezTo>
                <a:cubicBezTo>
                  <a:pt x="2050" y="686"/>
                  <a:pt x="2062" y="719"/>
                  <a:pt x="2072" y="752"/>
                </a:cubicBezTo>
                <a:cubicBezTo>
                  <a:pt x="2082" y="785"/>
                  <a:pt x="2090" y="819"/>
                  <a:pt x="2097" y="853"/>
                </a:cubicBezTo>
                <a:cubicBezTo>
                  <a:pt x="2104" y="887"/>
                  <a:pt x="2109" y="921"/>
                  <a:pt x="2113" y="956"/>
                </a:cubicBezTo>
                <a:cubicBezTo>
                  <a:pt x="2116" y="990"/>
                  <a:pt x="2118" y="1025"/>
                  <a:pt x="2118" y="1059"/>
                </a:cubicBezTo>
                <a:close/>
              </a:path>
            </a:pathLst>
          </a:custGeom>
          <a:solidFill>
            <a:srgbClr val="E76F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7229160" y="4559760"/>
            <a:ext cx="11581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support system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917680" y="2840040"/>
            <a:ext cx="2854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👤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5490720" y="3601440"/>
            <a:ext cx="12070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Anonymous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5560200" y="3849120"/>
            <a:ext cx="10681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Interaction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5376240" y="4283640"/>
            <a:ext cx="14335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Secure and private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5519520" y="4521600"/>
            <a:ext cx="11487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communication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9E372BD-D5DA-1BCF-DD71-92BAC2113F6D}"/>
              </a:ext>
            </a:extLst>
          </p:cNvPr>
          <p:cNvGrpSpPr/>
          <p:nvPr/>
        </p:nvGrpSpPr>
        <p:grpSpPr>
          <a:xfrm>
            <a:off x="5345820" y="4866840"/>
            <a:ext cx="1429200" cy="1428840"/>
            <a:chOff x="5380560" y="3036455"/>
            <a:chExt cx="1429200" cy="1428840"/>
          </a:xfrm>
        </p:grpSpPr>
        <p:sp>
          <p:nvSpPr>
            <p:cNvPr id="93" name="任意多边形: 形状 92"/>
            <p:cNvSpPr/>
            <p:nvPr/>
          </p:nvSpPr>
          <p:spPr>
            <a:xfrm>
              <a:off x="5380560" y="3036455"/>
              <a:ext cx="1429200" cy="1428840"/>
            </a:xfrm>
            <a:custGeom>
              <a:avLst/>
              <a:gdLst/>
              <a:ahLst/>
              <a:cxnLst/>
              <a:rect l="0" t="0" r="r" b="b"/>
              <a:pathLst>
                <a:path w="3970" h="3969">
                  <a:moveTo>
                    <a:pt x="3970" y="1985"/>
                  </a:moveTo>
                  <a:cubicBezTo>
                    <a:pt x="3970" y="2050"/>
                    <a:pt x="3967" y="2115"/>
                    <a:pt x="3961" y="2180"/>
                  </a:cubicBezTo>
                  <a:cubicBezTo>
                    <a:pt x="3954" y="2244"/>
                    <a:pt x="3945" y="2308"/>
                    <a:pt x="3932" y="2372"/>
                  </a:cubicBezTo>
                  <a:cubicBezTo>
                    <a:pt x="3919" y="2436"/>
                    <a:pt x="3904" y="2499"/>
                    <a:pt x="3885" y="2561"/>
                  </a:cubicBezTo>
                  <a:cubicBezTo>
                    <a:pt x="3866" y="2623"/>
                    <a:pt x="3844" y="2684"/>
                    <a:pt x="3819" y="2744"/>
                  </a:cubicBezTo>
                  <a:cubicBezTo>
                    <a:pt x="3794" y="2804"/>
                    <a:pt x="3767" y="2863"/>
                    <a:pt x="3736" y="2920"/>
                  </a:cubicBezTo>
                  <a:cubicBezTo>
                    <a:pt x="3705" y="2978"/>
                    <a:pt x="3672" y="3033"/>
                    <a:pt x="3636" y="3087"/>
                  </a:cubicBezTo>
                  <a:cubicBezTo>
                    <a:pt x="3600" y="3141"/>
                    <a:pt x="3561" y="3194"/>
                    <a:pt x="3520" y="3244"/>
                  </a:cubicBezTo>
                  <a:cubicBezTo>
                    <a:pt x="3479" y="3294"/>
                    <a:pt x="3435" y="3342"/>
                    <a:pt x="3389" y="3388"/>
                  </a:cubicBezTo>
                  <a:cubicBezTo>
                    <a:pt x="3343" y="3434"/>
                    <a:pt x="3295" y="3478"/>
                    <a:pt x="3245" y="3519"/>
                  </a:cubicBezTo>
                  <a:cubicBezTo>
                    <a:pt x="3194" y="3560"/>
                    <a:pt x="3142" y="3599"/>
                    <a:pt x="3088" y="3635"/>
                  </a:cubicBezTo>
                  <a:cubicBezTo>
                    <a:pt x="3034" y="3671"/>
                    <a:pt x="2979" y="3704"/>
                    <a:pt x="2921" y="3735"/>
                  </a:cubicBezTo>
                  <a:cubicBezTo>
                    <a:pt x="2863" y="3766"/>
                    <a:pt x="2804" y="3793"/>
                    <a:pt x="2744" y="3818"/>
                  </a:cubicBezTo>
                  <a:cubicBezTo>
                    <a:pt x="2684" y="3843"/>
                    <a:pt x="2623" y="3865"/>
                    <a:pt x="2561" y="3884"/>
                  </a:cubicBezTo>
                  <a:cubicBezTo>
                    <a:pt x="2499" y="3903"/>
                    <a:pt x="2436" y="3919"/>
                    <a:pt x="2372" y="3931"/>
                  </a:cubicBezTo>
                  <a:cubicBezTo>
                    <a:pt x="2308" y="3944"/>
                    <a:pt x="2244" y="3953"/>
                    <a:pt x="2179" y="3960"/>
                  </a:cubicBezTo>
                  <a:cubicBezTo>
                    <a:pt x="2115" y="3966"/>
                    <a:pt x="2050" y="3969"/>
                    <a:pt x="1985" y="3969"/>
                  </a:cubicBezTo>
                  <a:cubicBezTo>
                    <a:pt x="1920" y="3969"/>
                    <a:pt x="1855" y="3966"/>
                    <a:pt x="1790" y="3960"/>
                  </a:cubicBezTo>
                  <a:cubicBezTo>
                    <a:pt x="1726" y="3953"/>
                    <a:pt x="1661" y="3944"/>
                    <a:pt x="1598" y="3931"/>
                  </a:cubicBezTo>
                  <a:cubicBezTo>
                    <a:pt x="1534" y="3919"/>
                    <a:pt x="1471" y="3903"/>
                    <a:pt x="1409" y="3884"/>
                  </a:cubicBezTo>
                  <a:cubicBezTo>
                    <a:pt x="1347" y="3865"/>
                    <a:pt x="1285" y="3843"/>
                    <a:pt x="1225" y="3818"/>
                  </a:cubicBezTo>
                  <a:cubicBezTo>
                    <a:pt x="1165" y="3793"/>
                    <a:pt x="1107" y="3766"/>
                    <a:pt x="1049" y="3735"/>
                  </a:cubicBezTo>
                  <a:cubicBezTo>
                    <a:pt x="992" y="3704"/>
                    <a:pt x="936" y="3671"/>
                    <a:pt x="882" y="3635"/>
                  </a:cubicBezTo>
                  <a:cubicBezTo>
                    <a:pt x="828" y="3599"/>
                    <a:pt x="776" y="3560"/>
                    <a:pt x="726" y="3519"/>
                  </a:cubicBezTo>
                  <a:cubicBezTo>
                    <a:pt x="676" y="3478"/>
                    <a:pt x="628" y="3434"/>
                    <a:pt x="582" y="3388"/>
                  </a:cubicBezTo>
                  <a:cubicBezTo>
                    <a:pt x="536" y="3342"/>
                    <a:pt x="492" y="3294"/>
                    <a:pt x="451" y="3244"/>
                  </a:cubicBezTo>
                  <a:cubicBezTo>
                    <a:pt x="410" y="3194"/>
                    <a:pt x="371" y="3141"/>
                    <a:pt x="335" y="3087"/>
                  </a:cubicBezTo>
                  <a:cubicBezTo>
                    <a:pt x="299" y="3033"/>
                    <a:pt x="265" y="2978"/>
                    <a:pt x="235" y="2920"/>
                  </a:cubicBezTo>
                  <a:cubicBezTo>
                    <a:pt x="204" y="2863"/>
                    <a:pt x="176" y="2804"/>
                    <a:pt x="152" y="2744"/>
                  </a:cubicBezTo>
                  <a:cubicBezTo>
                    <a:pt x="127" y="2684"/>
                    <a:pt x="105" y="2623"/>
                    <a:pt x="86" y="2561"/>
                  </a:cubicBezTo>
                  <a:cubicBezTo>
                    <a:pt x="67" y="2499"/>
                    <a:pt x="51" y="2436"/>
                    <a:pt x="39" y="2372"/>
                  </a:cubicBezTo>
                  <a:cubicBezTo>
                    <a:pt x="26" y="2308"/>
                    <a:pt x="16" y="2244"/>
                    <a:pt x="10" y="2180"/>
                  </a:cubicBezTo>
                  <a:cubicBezTo>
                    <a:pt x="4" y="2115"/>
                    <a:pt x="0" y="2050"/>
                    <a:pt x="0" y="1985"/>
                  </a:cubicBezTo>
                  <a:cubicBezTo>
                    <a:pt x="0" y="1920"/>
                    <a:pt x="4" y="1855"/>
                    <a:pt x="10" y="1790"/>
                  </a:cubicBezTo>
                  <a:cubicBezTo>
                    <a:pt x="16" y="1726"/>
                    <a:pt x="26" y="1662"/>
                    <a:pt x="39" y="1598"/>
                  </a:cubicBezTo>
                  <a:cubicBezTo>
                    <a:pt x="51" y="1534"/>
                    <a:pt x="67" y="1471"/>
                    <a:pt x="86" y="1408"/>
                  </a:cubicBezTo>
                  <a:cubicBezTo>
                    <a:pt x="105" y="1346"/>
                    <a:pt x="127" y="1285"/>
                    <a:pt x="152" y="1225"/>
                  </a:cubicBezTo>
                  <a:cubicBezTo>
                    <a:pt x="176" y="1165"/>
                    <a:pt x="204" y="1106"/>
                    <a:pt x="235" y="1049"/>
                  </a:cubicBezTo>
                  <a:cubicBezTo>
                    <a:pt x="265" y="991"/>
                    <a:pt x="299" y="936"/>
                    <a:pt x="335" y="882"/>
                  </a:cubicBezTo>
                  <a:cubicBezTo>
                    <a:pt x="371" y="828"/>
                    <a:pt x="410" y="775"/>
                    <a:pt x="451" y="725"/>
                  </a:cubicBezTo>
                  <a:cubicBezTo>
                    <a:pt x="492" y="675"/>
                    <a:pt x="536" y="627"/>
                    <a:pt x="582" y="581"/>
                  </a:cubicBezTo>
                  <a:cubicBezTo>
                    <a:pt x="628" y="535"/>
                    <a:pt x="676" y="491"/>
                    <a:pt x="726" y="450"/>
                  </a:cubicBezTo>
                  <a:cubicBezTo>
                    <a:pt x="776" y="409"/>
                    <a:pt x="828" y="370"/>
                    <a:pt x="882" y="334"/>
                  </a:cubicBezTo>
                  <a:cubicBezTo>
                    <a:pt x="936" y="298"/>
                    <a:pt x="992" y="265"/>
                    <a:pt x="1049" y="234"/>
                  </a:cubicBezTo>
                  <a:cubicBezTo>
                    <a:pt x="1107" y="203"/>
                    <a:pt x="1165" y="176"/>
                    <a:pt x="1225" y="151"/>
                  </a:cubicBezTo>
                  <a:cubicBezTo>
                    <a:pt x="1285" y="126"/>
                    <a:pt x="1347" y="104"/>
                    <a:pt x="1409" y="85"/>
                  </a:cubicBezTo>
                  <a:cubicBezTo>
                    <a:pt x="1471" y="66"/>
                    <a:pt x="1534" y="50"/>
                    <a:pt x="1598" y="38"/>
                  </a:cubicBezTo>
                  <a:cubicBezTo>
                    <a:pt x="1661" y="25"/>
                    <a:pt x="1726" y="16"/>
                    <a:pt x="1790" y="9"/>
                  </a:cubicBezTo>
                  <a:cubicBezTo>
                    <a:pt x="1855" y="3"/>
                    <a:pt x="1920" y="0"/>
                    <a:pt x="1985" y="0"/>
                  </a:cubicBezTo>
                  <a:cubicBezTo>
                    <a:pt x="2050" y="0"/>
                    <a:pt x="2115" y="3"/>
                    <a:pt x="2179" y="9"/>
                  </a:cubicBezTo>
                  <a:cubicBezTo>
                    <a:pt x="2244" y="16"/>
                    <a:pt x="2308" y="25"/>
                    <a:pt x="2372" y="38"/>
                  </a:cubicBezTo>
                  <a:cubicBezTo>
                    <a:pt x="2436" y="50"/>
                    <a:pt x="2499" y="66"/>
                    <a:pt x="2561" y="85"/>
                  </a:cubicBezTo>
                  <a:cubicBezTo>
                    <a:pt x="2623" y="104"/>
                    <a:pt x="2684" y="126"/>
                    <a:pt x="2744" y="151"/>
                  </a:cubicBezTo>
                  <a:cubicBezTo>
                    <a:pt x="2804" y="176"/>
                    <a:pt x="2863" y="203"/>
                    <a:pt x="2921" y="234"/>
                  </a:cubicBezTo>
                  <a:cubicBezTo>
                    <a:pt x="2979" y="265"/>
                    <a:pt x="3034" y="298"/>
                    <a:pt x="3088" y="334"/>
                  </a:cubicBezTo>
                  <a:cubicBezTo>
                    <a:pt x="3142" y="370"/>
                    <a:pt x="3194" y="409"/>
                    <a:pt x="3245" y="450"/>
                  </a:cubicBezTo>
                  <a:cubicBezTo>
                    <a:pt x="3295" y="491"/>
                    <a:pt x="3343" y="535"/>
                    <a:pt x="3389" y="581"/>
                  </a:cubicBezTo>
                  <a:cubicBezTo>
                    <a:pt x="3435" y="627"/>
                    <a:pt x="3479" y="675"/>
                    <a:pt x="3520" y="725"/>
                  </a:cubicBezTo>
                  <a:cubicBezTo>
                    <a:pt x="3561" y="775"/>
                    <a:pt x="3600" y="828"/>
                    <a:pt x="3636" y="882"/>
                  </a:cubicBezTo>
                  <a:cubicBezTo>
                    <a:pt x="3672" y="936"/>
                    <a:pt x="3705" y="991"/>
                    <a:pt x="3736" y="1049"/>
                  </a:cubicBezTo>
                  <a:cubicBezTo>
                    <a:pt x="3767" y="1106"/>
                    <a:pt x="3794" y="1165"/>
                    <a:pt x="3819" y="1225"/>
                  </a:cubicBezTo>
                  <a:cubicBezTo>
                    <a:pt x="3844" y="1285"/>
                    <a:pt x="3866" y="1346"/>
                    <a:pt x="3885" y="1408"/>
                  </a:cubicBezTo>
                  <a:cubicBezTo>
                    <a:pt x="3904" y="1471"/>
                    <a:pt x="3919" y="1534"/>
                    <a:pt x="3932" y="1598"/>
                  </a:cubicBezTo>
                  <a:cubicBezTo>
                    <a:pt x="3945" y="1662"/>
                    <a:pt x="3954" y="1726"/>
                    <a:pt x="3961" y="1790"/>
                  </a:cubicBezTo>
                  <a:cubicBezTo>
                    <a:pt x="3967" y="1855"/>
                    <a:pt x="3970" y="1920"/>
                    <a:pt x="3970" y="1985"/>
                  </a:cubicBezTo>
                  <a:close/>
                </a:path>
              </a:pathLst>
            </a:custGeom>
            <a:solidFill>
              <a:srgbClr val="2A9D8F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5657760" y="3641040"/>
              <a:ext cx="876960" cy="25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800" b="1" u="none" strike="noStrike" dirty="0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Support</a:t>
              </a:r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任意多边形: 形状 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任意多边形: 形状 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任意多边形: 形状 97"/>
          <p:cNvSpPr/>
          <p:nvPr/>
        </p:nvSpPr>
        <p:spPr>
          <a:xfrm>
            <a:off x="0" y="0"/>
            <a:ext cx="12192120" cy="1248120"/>
          </a:xfrm>
          <a:custGeom>
            <a:avLst/>
            <a:gdLst/>
            <a:ahLst/>
            <a:cxnLst/>
            <a:rect l="0" t="0" r="r" b="b"/>
            <a:pathLst>
              <a:path w="33867" h="3467">
                <a:moveTo>
                  <a:pt x="0" y="0"/>
                </a:moveTo>
                <a:lnTo>
                  <a:pt x="33867" y="0"/>
                </a:lnTo>
                <a:lnTo>
                  <a:pt x="33867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任意多边形: 形状 98"/>
          <p:cNvSpPr/>
          <p:nvPr/>
        </p:nvSpPr>
        <p:spPr>
          <a:xfrm>
            <a:off x="0" y="123804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71320" y="423000"/>
            <a:ext cx="215424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Key Features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任意多边形: 形状 100"/>
          <p:cNvSpPr/>
          <p:nvPr/>
        </p:nvSpPr>
        <p:spPr>
          <a:xfrm>
            <a:off x="576000" y="1338120"/>
            <a:ext cx="3420000" cy="4867560"/>
          </a:xfrm>
          <a:custGeom>
            <a:avLst/>
            <a:gdLst/>
            <a:ahLst/>
            <a:cxnLst/>
            <a:rect l="0" t="0" r="r" b="b"/>
            <a:pathLst>
              <a:path w="9500" h="13521">
                <a:moveTo>
                  <a:pt x="0" y="13111"/>
                </a:moveTo>
                <a:lnTo>
                  <a:pt x="0" y="410"/>
                </a:lnTo>
                <a:cubicBezTo>
                  <a:pt x="0" y="383"/>
                  <a:pt x="3" y="356"/>
                  <a:pt x="8" y="330"/>
                </a:cubicBezTo>
                <a:cubicBezTo>
                  <a:pt x="13" y="304"/>
                  <a:pt x="21" y="278"/>
                  <a:pt x="31" y="253"/>
                </a:cubicBezTo>
                <a:cubicBezTo>
                  <a:pt x="42" y="228"/>
                  <a:pt x="54" y="205"/>
                  <a:pt x="69" y="182"/>
                </a:cubicBezTo>
                <a:cubicBezTo>
                  <a:pt x="84" y="160"/>
                  <a:pt x="101" y="139"/>
                  <a:pt x="120" y="120"/>
                </a:cubicBezTo>
                <a:cubicBezTo>
                  <a:pt x="139" y="101"/>
                  <a:pt x="160" y="84"/>
                  <a:pt x="182" y="69"/>
                </a:cubicBezTo>
                <a:cubicBezTo>
                  <a:pt x="205" y="54"/>
                  <a:pt x="229" y="41"/>
                  <a:pt x="253" y="31"/>
                </a:cubicBezTo>
                <a:cubicBezTo>
                  <a:pt x="278" y="21"/>
                  <a:pt x="304" y="13"/>
                  <a:pt x="330" y="8"/>
                </a:cubicBezTo>
                <a:cubicBezTo>
                  <a:pt x="357" y="3"/>
                  <a:pt x="383" y="0"/>
                  <a:pt x="410" y="0"/>
                </a:cubicBezTo>
                <a:lnTo>
                  <a:pt x="9090" y="0"/>
                </a:lnTo>
                <a:cubicBezTo>
                  <a:pt x="9117" y="0"/>
                  <a:pt x="9143" y="3"/>
                  <a:pt x="9170" y="8"/>
                </a:cubicBezTo>
                <a:cubicBezTo>
                  <a:pt x="9196" y="13"/>
                  <a:pt x="9222" y="21"/>
                  <a:pt x="9247" y="31"/>
                </a:cubicBezTo>
                <a:cubicBezTo>
                  <a:pt x="9271" y="41"/>
                  <a:pt x="9295" y="54"/>
                  <a:pt x="9318" y="69"/>
                </a:cubicBezTo>
                <a:cubicBezTo>
                  <a:pt x="9340" y="84"/>
                  <a:pt x="9361" y="101"/>
                  <a:pt x="9380" y="120"/>
                </a:cubicBezTo>
                <a:cubicBezTo>
                  <a:pt x="9399" y="139"/>
                  <a:pt x="9416" y="160"/>
                  <a:pt x="9431" y="182"/>
                </a:cubicBezTo>
                <a:cubicBezTo>
                  <a:pt x="9446" y="205"/>
                  <a:pt x="9458" y="228"/>
                  <a:pt x="9469" y="253"/>
                </a:cubicBezTo>
                <a:cubicBezTo>
                  <a:pt x="9479" y="278"/>
                  <a:pt x="9487" y="304"/>
                  <a:pt x="9492" y="330"/>
                </a:cubicBezTo>
                <a:cubicBezTo>
                  <a:pt x="9497" y="356"/>
                  <a:pt x="9500" y="383"/>
                  <a:pt x="9500" y="410"/>
                </a:cubicBezTo>
                <a:lnTo>
                  <a:pt x="9500" y="13111"/>
                </a:lnTo>
                <a:cubicBezTo>
                  <a:pt x="9500" y="13138"/>
                  <a:pt x="9497" y="13165"/>
                  <a:pt x="9492" y="13191"/>
                </a:cubicBezTo>
                <a:cubicBezTo>
                  <a:pt x="9487" y="13217"/>
                  <a:pt x="9479" y="13243"/>
                  <a:pt x="9469" y="13268"/>
                </a:cubicBezTo>
                <a:cubicBezTo>
                  <a:pt x="9458" y="13293"/>
                  <a:pt x="9446" y="13316"/>
                  <a:pt x="9431" y="13339"/>
                </a:cubicBezTo>
                <a:cubicBezTo>
                  <a:pt x="9416" y="13361"/>
                  <a:pt x="9399" y="13382"/>
                  <a:pt x="9380" y="13401"/>
                </a:cubicBezTo>
                <a:cubicBezTo>
                  <a:pt x="9361" y="13420"/>
                  <a:pt x="9340" y="13437"/>
                  <a:pt x="9318" y="13452"/>
                </a:cubicBezTo>
                <a:cubicBezTo>
                  <a:pt x="9295" y="13467"/>
                  <a:pt x="9271" y="13480"/>
                  <a:pt x="9247" y="13490"/>
                </a:cubicBezTo>
                <a:cubicBezTo>
                  <a:pt x="9222" y="13500"/>
                  <a:pt x="9196" y="13508"/>
                  <a:pt x="9170" y="13513"/>
                </a:cubicBezTo>
                <a:cubicBezTo>
                  <a:pt x="9143" y="13518"/>
                  <a:pt x="9117" y="13521"/>
                  <a:pt x="9090" y="13521"/>
                </a:cubicBezTo>
                <a:lnTo>
                  <a:pt x="410" y="13521"/>
                </a:lnTo>
                <a:cubicBezTo>
                  <a:pt x="383" y="13521"/>
                  <a:pt x="357" y="13518"/>
                  <a:pt x="330" y="13513"/>
                </a:cubicBezTo>
                <a:cubicBezTo>
                  <a:pt x="304" y="13508"/>
                  <a:pt x="278" y="13500"/>
                  <a:pt x="253" y="13490"/>
                </a:cubicBezTo>
                <a:cubicBezTo>
                  <a:pt x="229" y="13480"/>
                  <a:pt x="205" y="13467"/>
                  <a:pt x="182" y="13452"/>
                </a:cubicBezTo>
                <a:cubicBezTo>
                  <a:pt x="160" y="13437"/>
                  <a:pt x="139" y="13420"/>
                  <a:pt x="120" y="13401"/>
                </a:cubicBezTo>
                <a:cubicBezTo>
                  <a:pt x="101" y="13382"/>
                  <a:pt x="84" y="13361"/>
                  <a:pt x="69" y="13339"/>
                </a:cubicBezTo>
                <a:cubicBezTo>
                  <a:pt x="54" y="13316"/>
                  <a:pt x="42" y="13293"/>
                  <a:pt x="31" y="13268"/>
                </a:cubicBezTo>
                <a:cubicBezTo>
                  <a:pt x="21" y="13243"/>
                  <a:pt x="13" y="13217"/>
                  <a:pt x="8" y="13191"/>
                </a:cubicBezTo>
                <a:cubicBezTo>
                  <a:pt x="3" y="13165"/>
                  <a:pt x="0" y="13138"/>
                  <a:pt x="0" y="13111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任意多边形: 形状 101"/>
          <p:cNvSpPr/>
          <p:nvPr/>
        </p:nvSpPr>
        <p:spPr>
          <a:xfrm>
            <a:off x="576000" y="1338120"/>
            <a:ext cx="3420000" cy="4867560"/>
          </a:xfrm>
          <a:custGeom>
            <a:avLst/>
            <a:gdLst/>
            <a:ahLst/>
            <a:cxnLst/>
            <a:rect l="0" t="0" r="r" b="b"/>
            <a:pathLst>
              <a:path w="9500" h="13521" fill="none">
                <a:moveTo>
                  <a:pt x="0" y="13111"/>
                </a:moveTo>
                <a:lnTo>
                  <a:pt x="0" y="410"/>
                </a:lnTo>
                <a:cubicBezTo>
                  <a:pt x="0" y="383"/>
                  <a:pt x="3" y="356"/>
                  <a:pt x="8" y="330"/>
                </a:cubicBezTo>
                <a:cubicBezTo>
                  <a:pt x="13" y="304"/>
                  <a:pt x="21" y="278"/>
                  <a:pt x="31" y="253"/>
                </a:cubicBezTo>
                <a:cubicBezTo>
                  <a:pt x="42" y="228"/>
                  <a:pt x="54" y="205"/>
                  <a:pt x="69" y="182"/>
                </a:cubicBezTo>
                <a:cubicBezTo>
                  <a:pt x="84" y="160"/>
                  <a:pt x="101" y="139"/>
                  <a:pt x="120" y="120"/>
                </a:cubicBezTo>
                <a:cubicBezTo>
                  <a:pt x="139" y="101"/>
                  <a:pt x="160" y="84"/>
                  <a:pt x="182" y="69"/>
                </a:cubicBezTo>
                <a:cubicBezTo>
                  <a:pt x="205" y="54"/>
                  <a:pt x="229" y="41"/>
                  <a:pt x="253" y="31"/>
                </a:cubicBezTo>
                <a:cubicBezTo>
                  <a:pt x="278" y="21"/>
                  <a:pt x="304" y="13"/>
                  <a:pt x="330" y="8"/>
                </a:cubicBezTo>
                <a:cubicBezTo>
                  <a:pt x="357" y="3"/>
                  <a:pt x="383" y="0"/>
                  <a:pt x="410" y="0"/>
                </a:cubicBezTo>
                <a:lnTo>
                  <a:pt x="9090" y="0"/>
                </a:lnTo>
                <a:cubicBezTo>
                  <a:pt x="9117" y="0"/>
                  <a:pt x="9143" y="3"/>
                  <a:pt x="9170" y="8"/>
                </a:cubicBezTo>
                <a:cubicBezTo>
                  <a:pt x="9196" y="13"/>
                  <a:pt x="9222" y="21"/>
                  <a:pt x="9247" y="31"/>
                </a:cubicBezTo>
                <a:cubicBezTo>
                  <a:pt x="9271" y="41"/>
                  <a:pt x="9295" y="54"/>
                  <a:pt x="9318" y="69"/>
                </a:cubicBezTo>
                <a:cubicBezTo>
                  <a:pt x="9340" y="84"/>
                  <a:pt x="9361" y="101"/>
                  <a:pt x="9380" y="120"/>
                </a:cubicBezTo>
                <a:cubicBezTo>
                  <a:pt x="9399" y="139"/>
                  <a:pt x="9416" y="160"/>
                  <a:pt x="9431" y="182"/>
                </a:cubicBezTo>
                <a:cubicBezTo>
                  <a:pt x="9446" y="205"/>
                  <a:pt x="9458" y="228"/>
                  <a:pt x="9469" y="253"/>
                </a:cubicBezTo>
                <a:cubicBezTo>
                  <a:pt x="9479" y="278"/>
                  <a:pt x="9487" y="304"/>
                  <a:pt x="9492" y="330"/>
                </a:cubicBezTo>
                <a:cubicBezTo>
                  <a:pt x="9497" y="356"/>
                  <a:pt x="9500" y="383"/>
                  <a:pt x="9500" y="410"/>
                </a:cubicBezTo>
                <a:lnTo>
                  <a:pt x="9500" y="13111"/>
                </a:lnTo>
                <a:cubicBezTo>
                  <a:pt x="9500" y="13138"/>
                  <a:pt x="9497" y="13165"/>
                  <a:pt x="9492" y="13191"/>
                </a:cubicBezTo>
                <a:cubicBezTo>
                  <a:pt x="9487" y="13217"/>
                  <a:pt x="9479" y="13243"/>
                  <a:pt x="9469" y="13268"/>
                </a:cubicBezTo>
                <a:cubicBezTo>
                  <a:pt x="9458" y="13293"/>
                  <a:pt x="9446" y="13316"/>
                  <a:pt x="9431" y="13339"/>
                </a:cubicBezTo>
                <a:cubicBezTo>
                  <a:pt x="9416" y="13361"/>
                  <a:pt x="9399" y="13382"/>
                  <a:pt x="9380" y="13401"/>
                </a:cubicBezTo>
                <a:cubicBezTo>
                  <a:pt x="9361" y="13420"/>
                  <a:pt x="9340" y="13437"/>
                  <a:pt x="9318" y="13452"/>
                </a:cubicBezTo>
                <a:cubicBezTo>
                  <a:pt x="9295" y="13467"/>
                  <a:pt x="9271" y="13480"/>
                  <a:pt x="9247" y="13490"/>
                </a:cubicBezTo>
                <a:cubicBezTo>
                  <a:pt x="9222" y="13500"/>
                  <a:pt x="9196" y="13508"/>
                  <a:pt x="9170" y="13513"/>
                </a:cubicBezTo>
                <a:cubicBezTo>
                  <a:pt x="9143" y="13518"/>
                  <a:pt x="9117" y="13521"/>
                  <a:pt x="9090" y="13521"/>
                </a:cubicBezTo>
                <a:lnTo>
                  <a:pt x="410" y="13521"/>
                </a:lnTo>
                <a:cubicBezTo>
                  <a:pt x="383" y="13521"/>
                  <a:pt x="357" y="13518"/>
                  <a:pt x="330" y="13513"/>
                </a:cubicBezTo>
                <a:cubicBezTo>
                  <a:pt x="304" y="13508"/>
                  <a:pt x="278" y="13500"/>
                  <a:pt x="253" y="13490"/>
                </a:cubicBezTo>
                <a:cubicBezTo>
                  <a:pt x="229" y="13480"/>
                  <a:pt x="205" y="13467"/>
                  <a:pt x="182" y="13452"/>
                </a:cubicBezTo>
                <a:cubicBezTo>
                  <a:pt x="160" y="13437"/>
                  <a:pt x="139" y="13420"/>
                  <a:pt x="120" y="13401"/>
                </a:cubicBezTo>
                <a:cubicBezTo>
                  <a:pt x="101" y="13382"/>
                  <a:pt x="84" y="13361"/>
                  <a:pt x="69" y="13339"/>
                </a:cubicBezTo>
                <a:cubicBezTo>
                  <a:pt x="54" y="13316"/>
                  <a:pt x="42" y="13293"/>
                  <a:pt x="31" y="13268"/>
                </a:cubicBezTo>
                <a:cubicBezTo>
                  <a:pt x="21" y="13243"/>
                  <a:pt x="13" y="13217"/>
                  <a:pt x="8" y="13191"/>
                </a:cubicBezTo>
                <a:cubicBezTo>
                  <a:pt x="3" y="13165"/>
                  <a:pt x="0" y="13138"/>
                  <a:pt x="0" y="13111"/>
                </a:cubicBezTo>
              </a:path>
            </a:pathLst>
          </a:custGeom>
          <a:ln w="9360">
            <a:solidFill>
              <a:srgbClr val="E9ECEF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1349360" y="528840"/>
            <a:ext cx="271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- 6 -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463400" y="3130560"/>
            <a:ext cx="16459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Personalized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500120" y="3435120"/>
            <a:ext cx="1572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Assessment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1184760" y="4170960"/>
            <a:ext cx="22032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Customized mental health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任意多边形: 形状 106"/>
          <p:cNvSpPr/>
          <p:nvPr/>
        </p:nvSpPr>
        <p:spPr>
          <a:xfrm>
            <a:off x="4386240" y="1338120"/>
            <a:ext cx="3419640" cy="4867560"/>
          </a:xfrm>
          <a:custGeom>
            <a:avLst/>
            <a:gdLst/>
            <a:ahLst/>
            <a:cxnLst/>
            <a:rect l="0" t="0" r="r" b="b"/>
            <a:pathLst>
              <a:path w="9499" h="13521">
                <a:moveTo>
                  <a:pt x="0" y="13111"/>
                </a:moveTo>
                <a:lnTo>
                  <a:pt x="0" y="410"/>
                </a:lnTo>
                <a:cubicBezTo>
                  <a:pt x="0" y="383"/>
                  <a:pt x="2" y="356"/>
                  <a:pt x="7" y="330"/>
                </a:cubicBezTo>
                <a:cubicBezTo>
                  <a:pt x="13" y="304"/>
                  <a:pt x="20" y="278"/>
                  <a:pt x="31" y="253"/>
                </a:cubicBezTo>
                <a:cubicBezTo>
                  <a:pt x="41" y="228"/>
                  <a:pt x="54" y="205"/>
                  <a:pt x="69" y="182"/>
                </a:cubicBezTo>
                <a:cubicBezTo>
                  <a:pt x="84" y="160"/>
                  <a:pt x="101" y="139"/>
                  <a:pt x="120" y="120"/>
                </a:cubicBezTo>
                <a:cubicBezTo>
                  <a:pt x="139" y="101"/>
                  <a:pt x="159" y="84"/>
                  <a:pt x="182" y="69"/>
                </a:cubicBezTo>
                <a:cubicBezTo>
                  <a:pt x="204" y="54"/>
                  <a:pt x="228" y="41"/>
                  <a:pt x="253" y="31"/>
                </a:cubicBezTo>
                <a:cubicBezTo>
                  <a:pt x="278" y="21"/>
                  <a:pt x="303" y="13"/>
                  <a:pt x="330" y="8"/>
                </a:cubicBezTo>
                <a:cubicBezTo>
                  <a:pt x="356" y="3"/>
                  <a:pt x="383" y="0"/>
                  <a:pt x="410" y="0"/>
                </a:cubicBezTo>
                <a:lnTo>
                  <a:pt x="9089" y="0"/>
                </a:lnTo>
                <a:cubicBezTo>
                  <a:pt x="9116" y="0"/>
                  <a:pt x="9143" y="3"/>
                  <a:pt x="9169" y="8"/>
                </a:cubicBezTo>
                <a:cubicBezTo>
                  <a:pt x="9195" y="13"/>
                  <a:pt x="9221" y="21"/>
                  <a:pt x="9246" y="31"/>
                </a:cubicBezTo>
                <a:cubicBezTo>
                  <a:pt x="9271" y="41"/>
                  <a:pt x="9294" y="54"/>
                  <a:pt x="9317" y="69"/>
                </a:cubicBezTo>
                <a:cubicBezTo>
                  <a:pt x="9339" y="84"/>
                  <a:pt x="9360" y="101"/>
                  <a:pt x="9379" y="120"/>
                </a:cubicBezTo>
                <a:cubicBezTo>
                  <a:pt x="9398" y="139"/>
                  <a:pt x="9415" y="160"/>
                  <a:pt x="9430" y="182"/>
                </a:cubicBezTo>
                <a:cubicBezTo>
                  <a:pt x="9445" y="205"/>
                  <a:pt x="9458" y="228"/>
                  <a:pt x="9468" y="253"/>
                </a:cubicBezTo>
                <a:cubicBezTo>
                  <a:pt x="9478" y="278"/>
                  <a:pt x="9486" y="304"/>
                  <a:pt x="9491" y="330"/>
                </a:cubicBezTo>
                <a:cubicBezTo>
                  <a:pt x="9496" y="356"/>
                  <a:pt x="9499" y="383"/>
                  <a:pt x="9499" y="410"/>
                </a:cubicBezTo>
                <a:lnTo>
                  <a:pt x="9499" y="13111"/>
                </a:lnTo>
                <a:cubicBezTo>
                  <a:pt x="9499" y="13138"/>
                  <a:pt x="9496" y="13165"/>
                  <a:pt x="9491" y="13191"/>
                </a:cubicBezTo>
                <a:cubicBezTo>
                  <a:pt x="9486" y="13217"/>
                  <a:pt x="9478" y="13243"/>
                  <a:pt x="9468" y="13268"/>
                </a:cubicBezTo>
                <a:cubicBezTo>
                  <a:pt x="9458" y="13293"/>
                  <a:pt x="9445" y="13316"/>
                  <a:pt x="9430" y="13339"/>
                </a:cubicBezTo>
                <a:cubicBezTo>
                  <a:pt x="9415" y="13361"/>
                  <a:pt x="9398" y="13382"/>
                  <a:pt x="9379" y="13401"/>
                </a:cubicBezTo>
                <a:cubicBezTo>
                  <a:pt x="9360" y="13420"/>
                  <a:pt x="9339" y="13437"/>
                  <a:pt x="9317" y="13452"/>
                </a:cubicBezTo>
                <a:cubicBezTo>
                  <a:pt x="9294" y="13467"/>
                  <a:pt x="9271" y="13480"/>
                  <a:pt x="9246" y="13490"/>
                </a:cubicBezTo>
                <a:cubicBezTo>
                  <a:pt x="9221" y="13500"/>
                  <a:pt x="9195" y="13508"/>
                  <a:pt x="9169" y="13513"/>
                </a:cubicBezTo>
                <a:cubicBezTo>
                  <a:pt x="9143" y="13518"/>
                  <a:pt x="9116" y="13521"/>
                  <a:pt x="9089" y="13521"/>
                </a:cubicBezTo>
                <a:lnTo>
                  <a:pt x="410" y="13521"/>
                </a:lnTo>
                <a:cubicBezTo>
                  <a:pt x="383" y="13521"/>
                  <a:pt x="356" y="13518"/>
                  <a:pt x="330" y="13513"/>
                </a:cubicBezTo>
                <a:cubicBezTo>
                  <a:pt x="303" y="13508"/>
                  <a:pt x="278" y="13500"/>
                  <a:pt x="253" y="13490"/>
                </a:cubicBezTo>
                <a:cubicBezTo>
                  <a:pt x="228" y="13480"/>
                  <a:pt x="204" y="13467"/>
                  <a:pt x="182" y="13452"/>
                </a:cubicBezTo>
                <a:cubicBezTo>
                  <a:pt x="159" y="13437"/>
                  <a:pt x="139" y="13420"/>
                  <a:pt x="120" y="13401"/>
                </a:cubicBezTo>
                <a:cubicBezTo>
                  <a:pt x="101" y="13382"/>
                  <a:pt x="84" y="13361"/>
                  <a:pt x="69" y="13339"/>
                </a:cubicBezTo>
                <a:cubicBezTo>
                  <a:pt x="54" y="13316"/>
                  <a:pt x="41" y="13293"/>
                  <a:pt x="31" y="13268"/>
                </a:cubicBezTo>
                <a:cubicBezTo>
                  <a:pt x="20" y="13243"/>
                  <a:pt x="13" y="13217"/>
                  <a:pt x="7" y="13191"/>
                </a:cubicBezTo>
                <a:cubicBezTo>
                  <a:pt x="2" y="13165"/>
                  <a:pt x="0" y="13138"/>
                  <a:pt x="0" y="13111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任意多边形: 形状 107"/>
          <p:cNvSpPr/>
          <p:nvPr/>
        </p:nvSpPr>
        <p:spPr>
          <a:xfrm>
            <a:off x="4386240" y="1338120"/>
            <a:ext cx="3419640" cy="4867560"/>
          </a:xfrm>
          <a:custGeom>
            <a:avLst/>
            <a:gdLst/>
            <a:ahLst/>
            <a:cxnLst/>
            <a:rect l="0" t="0" r="r" b="b"/>
            <a:pathLst>
              <a:path w="9499" h="13521" fill="none">
                <a:moveTo>
                  <a:pt x="0" y="13111"/>
                </a:moveTo>
                <a:lnTo>
                  <a:pt x="0" y="410"/>
                </a:lnTo>
                <a:cubicBezTo>
                  <a:pt x="0" y="383"/>
                  <a:pt x="2" y="356"/>
                  <a:pt x="7" y="330"/>
                </a:cubicBezTo>
                <a:cubicBezTo>
                  <a:pt x="13" y="304"/>
                  <a:pt x="20" y="278"/>
                  <a:pt x="31" y="253"/>
                </a:cubicBezTo>
                <a:cubicBezTo>
                  <a:pt x="41" y="228"/>
                  <a:pt x="54" y="205"/>
                  <a:pt x="69" y="182"/>
                </a:cubicBezTo>
                <a:cubicBezTo>
                  <a:pt x="84" y="160"/>
                  <a:pt x="101" y="139"/>
                  <a:pt x="120" y="120"/>
                </a:cubicBezTo>
                <a:cubicBezTo>
                  <a:pt x="139" y="101"/>
                  <a:pt x="159" y="84"/>
                  <a:pt x="182" y="69"/>
                </a:cubicBezTo>
                <a:cubicBezTo>
                  <a:pt x="204" y="54"/>
                  <a:pt x="228" y="41"/>
                  <a:pt x="253" y="31"/>
                </a:cubicBezTo>
                <a:cubicBezTo>
                  <a:pt x="278" y="21"/>
                  <a:pt x="303" y="13"/>
                  <a:pt x="330" y="8"/>
                </a:cubicBezTo>
                <a:cubicBezTo>
                  <a:pt x="356" y="3"/>
                  <a:pt x="383" y="0"/>
                  <a:pt x="410" y="0"/>
                </a:cubicBezTo>
                <a:lnTo>
                  <a:pt x="9089" y="0"/>
                </a:lnTo>
                <a:cubicBezTo>
                  <a:pt x="9116" y="0"/>
                  <a:pt x="9143" y="3"/>
                  <a:pt x="9169" y="8"/>
                </a:cubicBezTo>
                <a:cubicBezTo>
                  <a:pt x="9195" y="13"/>
                  <a:pt x="9221" y="21"/>
                  <a:pt x="9246" y="31"/>
                </a:cubicBezTo>
                <a:cubicBezTo>
                  <a:pt x="9271" y="41"/>
                  <a:pt x="9294" y="54"/>
                  <a:pt x="9317" y="69"/>
                </a:cubicBezTo>
                <a:cubicBezTo>
                  <a:pt x="9339" y="84"/>
                  <a:pt x="9360" y="101"/>
                  <a:pt x="9379" y="120"/>
                </a:cubicBezTo>
                <a:cubicBezTo>
                  <a:pt x="9398" y="139"/>
                  <a:pt x="9415" y="160"/>
                  <a:pt x="9430" y="182"/>
                </a:cubicBezTo>
                <a:cubicBezTo>
                  <a:pt x="9445" y="205"/>
                  <a:pt x="9458" y="228"/>
                  <a:pt x="9468" y="253"/>
                </a:cubicBezTo>
                <a:cubicBezTo>
                  <a:pt x="9478" y="278"/>
                  <a:pt x="9486" y="304"/>
                  <a:pt x="9491" y="330"/>
                </a:cubicBezTo>
                <a:cubicBezTo>
                  <a:pt x="9496" y="356"/>
                  <a:pt x="9499" y="383"/>
                  <a:pt x="9499" y="410"/>
                </a:cubicBezTo>
                <a:lnTo>
                  <a:pt x="9499" y="13111"/>
                </a:lnTo>
                <a:cubicBezTo>
                  <a:pt x="9499" y="13138"/>
                  <a:pt x="9496" y="13165"/>
                  <a:pt x="9491" y="13191"/>
                </a:cubicBezTo>
                <a:cubicBezTo>
                  <a:pt x="9486" y="13217"/>
                  <a:pt x="9478" y="13243"/>
                  <a:pt x="9468" y="13268"/>
                </a:cubicBezTo>
                <a:cubicBezTo>
                  <a:pt x="9458" y="13293"/>
                  <a:pt x="9445" y="13316"/>
                  <a:pt x="9430" y="13339"/>
                </a:cubicBezTo>
                <a:cubicBezTo>
                  <a:pt x="9415" y="13361"/>
                  <a:pt x="9398" y="13382"/>
                  <a:pt x="9379" y="13401"/>
                </a:cubicBezTo>
                <a:cubicBezTo>
                  <a:pt x="9360" y="13420"/>
                  <a:pt x="9339" y="13437"/>
                  <a:pt x="9317" y="13452"/>
                </a:cubicBezTo>
                <a:cubicBezTo>
                  <a:pt x="9294" y="13467"/>
                  <a:pt x="9271" y="13480"/>
                  <a:pt x="9246" y="13490"/>
                </a:cubicBezTo>
                <a:cubicBezTo>
                  <a:pt x="9221" y="13500"/>
                  <a:pt x="9195" y="13508"/>
                  <a:pt x="9169" y="13513"/>
                </a:cubicBezTo>
                <a:cubicBezTo>
                  <a:pt x="9143" y="13518"/>
                  <a:pt x="9116" y="13521"/>
                  <a:pt x="9089" y="13521"/>
                </a:cubicBezTo>
                <a:lnTo>
                  <a:pt x="410" y="13521"/>
                </a:lnTo>
                <a:cubicBezTo>
                  <a:pt x="383" y="13521"/>
                  <a:pt x="356" y="13518"/>
                  <a:pt x="330" y="13513"/>
                </a:cubicBezTo>
                <a:cubicBezTo>
                  <a:pt x="303" y="13508"/>
                  <a:pt x="278" y="13500"/>
                  <a:pt x="253" y="13490"/>
                </a:cubicBezTo>
                <a:cubicBezTo>
                  <a:pt x="228" y="13480"/>
                  <a:pt x="204" y="13467"/>
                  <a:pt x="182" y="13452"/>
                </a:cubicBezTo>
                <a:cubicBezTo>
                  <a:pt x="159" y="13437"/>
                  <a:pt x="139" y="13420"/>
                  <a:pt x="120" y="13401"/>
                </a:cubicBezTo>
                <a:cubicBezTo>
                  <a:pt x="101" y="13382"/>
                  <a:pt x="84" y="13361"/>
                  <a:pt x="69" y="13339"/>
                </a:cubicBezTo>
                <a:cubicBezTo>
                  <a:pt x="54" y="13316"/>
                  <a:pt x="41" y="13293"/>
                  <a:pt x="31" y="13268"/>
                </a:cubicBezTo>
                <a:cubicBezTo>
                  <a:pt x="20" y="13243"/>
                  <a:pt x="13" y="13217"/>
                  <a:pt x="7" y="13191"/>
                </a:cubicBezTo>
                <a:cubicBezTo>
                  <a:pt x="2" y="13165"/>
                  <a:pt x="0" y="13138"/>
                  <a:pt x="0" y="13111"/>
                </a:cubicBezTo>
              </a:path>
            </a:pathLst>
          </a:custGeom>
          <a:ln w="9360">
            <a:solidFill>
              <a:srgbClr val="E9ECEF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031040" y="4475880"/>
            <a:ext cx="25106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evaluation for tailored support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4880520" y="3130560"/>
            <a:ext cx="24310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Secure Community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4692960" y="3866040"/>
            <a:ext cx="2806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Safe environment for anonymous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任意多边形: 形状 111"/>
          <p:cNvSpPr/>
          <p:nvPr/>
        </p:nvSpPr>
        <p:spPr>
          <a:xfrm>
            <a:off x="8196120" y="1338120"/>
            <a:ext cx="3419640" cy="4867560"/>
          </a:xfrm>
          <a:custGeom>
            <a:avLst/>
            <a:gdLst/>
            <a:ahLst/>
            <a:cxnLst/>
            <a:rect l="0" t="0" r="r" b="b"/>
            <a:pathLst>
              <a:path w="9499" h="13521">
                <a:moveTo>
                  <a:pt x="0" y="13111"/>
                </a:moveTo>
                <a:lnTo>
                  <a:pt x="0" y="410"/>
                </a:lnTo>
                <a:cubicBezTo>
                  <a:pt x="0" y="383"/>
                  <a:pt x="3" y="356"/>
                  <a:pt x="8" y="330"/>
                </a:cubicBezTo>
                <a:cubicBezTo>
                  <a:pt x="13" y="304"/>
                  <a:pt x="21" y="278"/>
                  <a:pt x="31" y="253"/>
                </a:cubicBezTo>
                <a:cubicBezTo>
                  <a:pt x="41" y="228"/>
                  <a:pt x="54" y="205"/>
                  <a:pt x="69" y="182"/>
                </a:cubicBezTo>
                <a:cubicBezTo>
                  <a:pt x="84" y="160"/>
                  <a:pt x="101" y="139"/>
                  <a:pt x="120" y="120"/>
                </a:cubicBezTo>
                <a:cubicBezTo>
                  <a:pt x="139" y="101"/>
                  <a:pt x="160" y="84"/>
                  <a:pt x="182" y="69"/>
                </a:cubicBezTo>
                <a:cubicBezTo>
                  <a:pt x="205" y="54"/>
                  <a:pt x="228" y="41"/>
                  <a:pt x="253" y="31"/>
                </a:cubicBezTo>
                <a:cubicBezTo>
                  <a:pt x="278" y="21"/>
                  <a:pt x="304" y="13"/>
                  <a:pt x="330" y="8"/>
                </a:cubicBezTo>
                <a:cubicBezTo>
                  <a:pt x="356" y="3"/>
                  <a:pt x="383" y="0"/>
                  <a:pt x="410" y="0"/>
                </a:cubicBezTo>
                <a:lnTo>
                  <a:pt x="9089" y="0"/>
                </a:lnTo>
                <a:cubicBezTo>
                  <a:pt x="9116" y="0"/>
                  <a:pt x="9143" y="3"/>
                  <a:pt x="9169" y="8"/>
                </a:cubicBezTo>
                <a:cubicBezTo>
                  <a:pt x="9196" y="13"/>
                  <a:pt x="9221" y="21"/>
                  <a:pt x="9246" y="31"/>
                </a:cubicBezTo>
                <a:cubicBezTo>
                  <a:pt x="9271" y="41"/>
                  <a:pt x="9295" y="54"/>
                  <a:pt x="9317" y="69"/>
                </a:cubicBezTo>
                <a:cubicBezTo>
                  <a:pt x="9340" y="84"/>
                  <a:pt x="9360" y="101"/>
                  <a:pt x="9379" y="120"/>
                </a:cubicBezTo>
                <a:cubicBezTo>
                  <a:pt x="9398" y="139"/>
                  <a:pt x="9415" y="160"/>
                  <a:pt x="9430" y="182"/>
                </a:cubicBezTo>
                <a:cubicBezTo>
                  <a:pt x="9445" y="205"/>
                  <a:pt x="9458" y="228"/>
                  <a:pt x="9468" y="253"/>
                </a:cubicBezTo>
                <a:cubicBezTo>
                  <a:pt x="9479" y="278"/>
                  <a:pt x="9486" y="304"/>
                  <a:pt x="9492" y="330"/>
                </a:cubicBezTo>
                <a:cubicBezTo>
                  <a:pt x="9497" y="356"/>
                  <a:pt x="9499" y="383"/>
                  <a:pt x="9499" y="410"/>
                </a:cubicBezTo>
                <a:lnTo>
                  <a:pt x="9499" y="13111"/>
                </a:lnTo>
                <a:cubicBezTo>
                  <a:pt x="9499" y="13138"/>
                  <a:pt x="9497" y="13165"/>
                  <a:pt x="9492" y="13191"/>
                </a:cubicBezTo>
                <a:cubicBezTo>
                  <a:pt x="9486" y="13217"/>
                  <a:pt x="9479" y="13243"/>
                  <a:pt x="9468" y="13268"/>
                </a:cubicBezTo>
                <a:cubicBezTo>
                  <a:pt x="9458" y="13293"/>
                  <a:pt x="9445" y="13316"/>
                  <a:pt x="9430" y="13339"/>
                </a:cubicBezTo>
                <a:cubicBezTo>
                  <a:pt x="9415" y="13361"/>
                  <a:pt x="9398" y="13382"/>
                  <a:pt x="9379" y="13401"/>
                </a:cubicBezTo>
                <a:cubicBezTo>
                  <a:pt x="9360" y="13420"/>
                  <a:pt x="9340" y="13437"/>
                  <a:pt x="9317" y="13452"/>
                </a:cubicBezTo>
                <a:cubicBezTo>
                  <a:pt x="9295" y="13467"/>
                  <a:pt x="9271" y="13480"/>
                  <a:pt x="9246" y="13490"/>
                </a:cubicBezTo>
                <a:cubicBezTo>
                  <a:pt x="9221" y="13500"/>
                  <a:pt x="9196" y="13508"/>
                  <a:pt x="9169" y="13513"/>
                </a:cubicBezTo>
                <a:cubicBezTo>
                  <a:pt x="9143" y="13518"/>
                  <a:pt x="9116" y="13521"/>
                  <a:pt x="9089" y="13521"/>
                </a:cubicBezTo>
                <a:lnTo>
                  <a:pt x="410" y="13521"/>
                </a:lnTo>
                <a:cubicBezTo>
                  <a:pt x="383" y="13521"/>
                  <a:pt x="356" y="13518"/>
                  <a:pt x="330" y="13513"/>
                </a:cubicBezTo>
                <a:cubicBezTo>
                  <a:pt x="304" y="13508"/>
                  <a:pt x="278" y="13500"/>
                  <a:pt x="253" y="13490"/>
                </a:cubicBezTo>
                <a:cubicBezTo>
                  <a:pt x="228" y="13480"/>
                  <a:pt x="205" y="13467"/>
                  <a:pt x="182" y="13452"/>
                </a:cubicBezTo>
                <a:cubicBezTo>
                  <a:pt x="160" y="13437"/>
                  <a:pt x="139" y="13420"/>
                  <a:pt x="120" y="13401"/>
                </a:cubicBezTo>
                <a:cubicBezTo>
                  <a:pt x="101" y="13382"/>
                  <a:pt x="84" y="13361"/>
                  <a:pt x="69" y="13339"/>
                </a:cubicBezTo>
                <a:cubicBezTo>
                  <a:pt x="54" y="13316"/>
                  <a:pt x="41" y="13293"/>
                  <a:pt x="31" y="13268"/>
                </a:cubicBezTo>
                <a:cubicBezTo>
                  <a:pt x="21" y="13243"/>
                  <a:pt x="13" y="13217"/>
                  <a:pt x="8" y="13191"/>
                </a:cubicBezTo>
                <a:cubicBezTo>
                  <a:pt x="3" y="13165"/>
                  <a:pt x="0" y="13138"/>
                  <a:pt x="0" y="13111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任意多边形: 形状 112"/>
          <p:cNvSpPr/>
          <p:nvPr/>
        </p:nvSpPr>
        <p:spPr>
          <a:xfrm>
            <a:off x="8196120" y="1338120"/>
            <a:ext cx="3419640" cy="4867560"/>
          </a:xfrm>
          <a:custGeom>
            <a:avLst/>
            <a:gdLst/>
            <a:ahLst/>
            <a:cxnLst/>
            <a:rect l="0" t="0" r="r" b="b"/>
            <a:pathLst>
              <a:path w="9499" h="13521" fill="none">
                <a:moveTo>
                  <a:pt x="0" y="13111"/>
                </a:moveTo>
                <a:lnTo>
                  <a:pt x="0" y="410"/>
                </a:lnTo>
                <a:cubicBezTo>
                  <a:pt x="0" y="383"/>
                  <a:pt x="3" y="356"/>
                  <a:pt x="8" y="330"/>
                </a:cubicBezTo>
                <a:cubicBezTo>
                  <a:pt x="13" y="304"/>
                  <a:pt x="21" y="278"/>
                  <a:pt x="31" y="253"/>
                </a:cubicBezTo>
                <a:cubicBezTo>
                  <a:pt x="41" y="228"/>
                  <a:pt x="54" y="205"/>
                  <a:pt x="69" y="182"/>
                </a:cubicBezTo>
                <a:cubicBezTo>
                  <a:pt x="84" y="160"/>
                  <a:pt x="101" y="139"/>
                  <a:pt x="120" y="120"/>
                </a:cubicBezTo>
                <a:cubicBezTo>
                  <a:pt x="139" y="101"/>
                  <a:pt x="160" y="84"/>
                  <a:pt x="182" y="69"/>
                </a:cubicBezTo>
                <a:cubicBezTo>
                  <a:pt x="205" y="54"/>
                  <a:pt x="228" y="41"/>
                  <a:pt x="253" y="31"/>
                </a:cubicBezTo>
                <a:cubicBezTo>
                  <a:pt x="278" y="21"/>
                  <a:pt x="304" y="13"/>
                  <a:pt x="330" y="8"/>
                </a:cubicBezTo>
                <a:cubicBezTo>
                  <a:pt x="356" y="3"/>
                  <a:pt x="383" y="0"/>
                  <a:pt x="410" y="0"/>
                </a:cubicBezTo>
                <a:lnTo>
                  <a:pt x="9089" y="0"/>
                </a:lnTo>
                <a:cubicBezTo>
                  <a:pt x="9116" y="0"/>
                  <a:pt x="9143" y="3"/>
                  <a:pt x="9169" y="8"/>
                </a:cubicBezTo>
                <a:cubicBezTo>
                  <a:pt x="9196" y="13"/>
                  <a:pt x="9221" y="21"/>
                  <a:pt x="9246" y="31"/>
                </a:cubicBezTo>
                <a:cubicBezTo>
                  <a:pt x="9271" y="41"/>
                  <a:pt x="9295" y="54"/>
                  <a:pt x="9317" y="69"/>
                </a:cubicBezTo>
                <a:cubicBezTo>
                  <a:pt x="9340" y="84"/>
                  <a:pt x="9360" y="101"/>
                  <a:pt x="9379" y="120"/>
                </a:cubicBezTo>
                <a:cubicBezTo>
                  <a:pt x="9398" y="139"/>
                  <a:pt x="9415" y="160"/>
                  <a:pt x="9430" y="182"/>
                </a:cubicBezTo>
                <a:cubicBezTo>
                  <a:pt x="9445" y="205"/>
                  <a:pt x="9458" y="228"/>
                  <a:pt x="9468" y="253"/>
                </a:cubicBezTo>
                <a:cubicBezTo>
                  <a:pt x="9479" y="278"/>
                  <a:pt x="9486" y="304"/>
                  <a:pt x="9492" y="330"/>
                </a:cubicBezTo>
                <a:cubicBezTo>
                  <a:pt x="9497" y="356"/>
                  <a:pt x="9499" y="383"/>
                  <a:pt x="9499" y="410"/>
                </a:cubicBezTo>
                <a:lnTo>
                  <a:pt x="9499" y="13111"/>
                </a:lnTo>
                <a:cubicBezTo>
                  <a:pt x="9499" y="13138"/>
                  <a:pt x="9497" y="13165"/>
                  <a:pt x="9492" y="13191"/>
                </a:cubicBezTo>
                <a:cubicBezTo>
                  <a:pt x="9486" y="13217"/>
                  <a:pt x="9479" y="13243"/>
                  <a:pt x="9468" y="13268"/>
                </a:cubicBezTo>
                <a:cubicBezTo>
                  <a:pt x="9458" y="13293"/>
                  <a:pt x="9445" y="13316"/>
                  <a:pt x="9430" y="13339"/>
                </a:cubicBezTo>
                <a:cubicBezTo>
                  <a:pt x="9415" y="13361"/>
                  <a:pt x="9398" y="13382"/>
                  <a:pt x="9379" y="13401"/>
                </a:cubicBezTo>
                <a:cubicBezTo>
                  <a:pt x="9360" y="13420"/>
                  <a:pt x="9340" y="13437"/>
                  <a:pt x="9317" y="13452"/>
                </a:cubicBezTo>
                <a:cubicBezTo>
                  <a:pt x="9295" y="13467"/>
                  <a:pt x="9271" y="13480"/>
                  <a:pt x="9246" y="13490"/>
                </a:cubicBezTo>
                <a:cubicBezTo>
                  <a:pt x="9221" y="13500"/>
                  <a:pt x="9196" y="13508"/>
                  <a:pt x="9169" y="13513"/>
                </a:cubicBezTo>
                <a:cubicBezTo>
                  <a:pt x="9143" y="13518"/>
                  <a:pt x="9116" y="13521"/>
                  <a:pt x="9089" y="13521"/>
                </a:cubicBezTo>
                <a:lnTo>
                  <a:pt x="410" y="13521"/>
                </a:lnTo>
                <a:cubicBezTo>
                  <a:pt x="383" y="13521"/>
                  <a:pt x="356" y="13518"/>
                  <a:pt x="330" y="13513"/>
                </a:cubicBezTo>
                <a:cubicBezTo>
                  <a:pt x="304" y="13508"/>
                  <a:pt x="278" y="13500"/>
                  <a:pt x="253" y="13490"/>
                </a:cubicBezTo>
                <a:cubicBezTo>
                  <a:pt x="228" y="13480"/>
                  <a:pt x="205" y="13467"/>
                  <a:pt x="182" y="13452"/>
                </a:cubicBezTo>
                <a:cubicBezTo>
                  <a:pt x="160" y="13437"/>
                  <a:pt x="139" y="13420"/>
                  <a:pt x="120" y="13401"/>
                </a:cubicBezTo>
                <a:cubicBezTo>
                  <a:pt x="101" y="13382"/>
                  <a:pt x="84" y="13361"/>
                  <a:pt x="69" y="13339"/>
                </a:cubicBezTo>
                <a:cubicBezTo>
                  <a:pt x="54" y="13316"/>
                  <a:pt x="41" y="13293"/>
                  <a:pt x="31" y="13268"/>
                </a:cubicBezTo>
                <a:cubicBezTo>
                  <a:pt x="21" y="13243"/>
                  <a:pt x="13" y="13217"/>
                  <a:pt x="8" y="13191"/>
                </a:cubicBezTo>
                <a:cubicBezTo>
                  <a:pt x="3" y="13165"/>
                  <a:pt x="0" y="13138"/>
                  <a:pt x="0" y="13111"/>
                </a:cubicBezTo>
              </a:path>
            </a:pathLst>
          </a:custGeom>
          <a:ln w="9360">
            <a:solidFill>
              <a:srgbClr val="E9ECEF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5253840" y="4170960"/>
            <a:ext cx="16844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sharing and support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8660880" y="3130560"/>
            <a:ext cx="2490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Reward Mechanism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614080" y="3866040"/>
            <a:ext cx="25844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Incentive system to encourage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任意多边形: 形状 116"/>
          <p:cNvSpPr/>
          <p:nvPr/>
        </p:nvSpPr>
        <p:spPr>
          <a:xfrm>
            <a:off x="0" y="6295680"/>
            <a:ext cx="12192120" cy="562320"/>
          </a:xfrm>
          <a:custGeom>
            <a:avLst/>
            <a:gdLst/>
            <a:ahLst/>
            <a:cxnLst/>
            <a:rect l="0" t="0" r="r" b="b"/>
            <a:pathLst>
              <a:path w="33867" h="1562">
                <a:moveTo>
                  <a:pt x="0" y="0"/>
                </a:moveTo>
                <a:lnTo>
                  <a:pt x="33867" y="0"/>
                </a:lnTo>
                <a:lnTo>
                  <a:pt x="33867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任意多边形: 形状 117"/>
          <p:cNvSpPr/>
          <p:nvPr/>
        </p:nvSpPr>
        <p:spPr>
          <a:xfrm>
            <a:off x="0" y="629568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9027000" y="4170960"/>
            <a:ext cx="17586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positive engagement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11349360" y="6491520"/>
            <a:ext cx="271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- 6 -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1" name="图片 120"/>
          <p:cNvPicPr/>
          <p:nvPr/>
        </p:nvPicPr>
        <p:blipFill>
          <a:blip r:embed="rId2"/>
          <a:stretch/>
        </p:blipFill>
        <p:spPr>
          <a:xfrm>
            <a:off x="1809720" y="1628640"/>
            <a:ext cx="952200" cy="95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文本框 121"/>
          <p:cNvSpPr txBox="1"/>
          <p:nvPr/>
        </p:nvSpPr>
        <p:spPr>
          <a:xfrm>
            <a:off x="2048040" y="1884960"/>
            <a:ext cx="3805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📝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3" name="图片 122"/>
          <p:cNvPicPr/>
          <p:nvPr/>
        </p:nvPicPr>
        <p:blipFill>
          <a:blip r:embed="rId3"/>
          <a:stretch/>
        </p:blipFill>
        <p:spPr>
          <a:xfrm>
            <a:off x="5619600" y="1628640"/>
            <a:ext cx="952200" cy="95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文本框 123"/>
          <p:cNvSpPr txBox="1"/>
          <p:nvPr/>
        </p:nvSpPr>
        <p:spPr>
          <a:xfrm>
            <a:off x="5858280" y="1884960"/>
            <a:ext cx="3805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5" name="图片 124"/>
          <p:cNvPicPr/>
          <p:nvPr/>
        </p:nvPicPr>
        <p:blipFill>
          <a:blip r:embed="rId4"/>
          <a:stretch/>
        </p:blipFill>
        <p:spPr>
          <a:xfrm>
            <a:off x="9429840" y="1628640"/>
            <a:ext cx="952200" cy="95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文本框 125"/>
          <p:cNvSpPr txBox="1"/>
          <p:nvPr/>
        </p:nvSpPr>
        <p:spPr>
          <a:xfrm>
            <a:off x="9668160" y="1884960"/>
            <a:ext cx="3805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🏆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任意多边形: 形状 1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任意多边形: 形状 1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任意多边形: 形状 128"/>
          <p:cNvSpPr/>
          <p:nvPr/>
        </p:nvSpPr>
        <p:spPr>
          <a:xfrm>
            <a:off x="0" y="0"/>
            <a:ext cx="12192120" cy="1248120"/>
          </a:xfrm>
          <a:custGeom>
            <a:avLst/>
            <a:gdLst/>
            <a:ahLst/>
            <a:cxnLst/>
            <a:rect l="0" t="0" r="r" b="b"/>
            <a:pathLst>
              <a:path w="33867" h="3467">
                <a:moveTo>
                  <a:pt x="0" y="0"/>
                </a:moveTo>
                <a:lnTo>
                  <a:pt x="33867" y="0"/>
                </a:lnTo>
                <a:lnTo>
                  <a:pt x="33867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任意多边形: 形状 129"/>
          <p:cNvSpPr/>
          <p:nvPr/>
        </p:nvSpPr>
        <p:spPr>
          <a:xfrm>
            <a:off x="0" y="123804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571320" y="423000"/>
            <a:ext cx="369756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Technical Architecture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任意多边形: 形状 131"/>
          <p:cNvSpPr/>
          <p:nvPr/>
        </p:nvSpPr>
        <p:spPr>
          <a:xfrm>
            <a:off x="0" y="6295680"/>
            <a:ext cx="12192120" cy="562320"/>
          </a:xfrm>
          <a:custGeom>
            <a:avLst/>
            <a:gdLst/>
            <a:ahLst/>
            <a:cxnLst/>
            <a:rect l="0" t="0" r="r" b="b"/>
            <a:pathLst>
              <a:path w="33867" h="1562">
                <a:moveTo>
                  <a:pt x="0" y="0"/>
                </a:moveTo>
                <a:lnTo>
                  <a:pt x="33867" y="0"/>
                </a:lnTo>
                <a:lnTo>
                  <a:pt x="33867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任意多边形: 形状 132"/>
          <p:cNvSpPr/>
          <p:nvPr/>
        </p:nvSpPr>
        <p:spPr>
          <a:xfrm>
            <a:off x="0" y="629568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11349360" y="528840"/>
            <a:ext cx="271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- 7 -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11349360" y="6491520"/>
            <a:ext cx="271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- 7 -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任意多边形: 形状 135"/>
          <p:cNvSpPr/>
          <p:nvPr/>
        </p:nvSpPr>
        <p:spPr>
          <a:xfrm>
            <a:off x="5143320" y="2057040"/>
            <a:ext cx="1905480" cy="952920"/>
          </a:xfrm>
          <a:custGeom>
            <a:avLst/>
            <a:gdLst/>
            <a:ahLst/>
            <a:cxnLst/>
            <a:rect l="0" t="0" r="r" b="b"/>
            <a:pathLst>
              <a:path w="5293" h="2647">
                <a:moveTo>
                  <a:pt x="0" y="2330"/>
                </a:moveTo>
                <a:lnTo>
                  <a:pt x="0" y="318"/>
                </a:lnTo>
                <a:cubicBezTo>
                  <a:pt x="0" y="297"/>
                  <a:pt x="2" y="277"/>
                  <a:pt x="6" y="256"/>
                </a:cubicBezTo>
                <a:cubicBezTo>
                  <a:pt x="10" y="236"/>
                  <a:pt x="16" y="216"/>
                  <a:pt x="24" y="196"/>
                </a:cubicBezTo>
                <a:cubicBezTo>
                  <a:pt x="32" y="177"/>
                  <a:pt x="42" y="159"/>
                  <a:pt x="54" y="142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6"/>
                  <a:pt x="141" y="54"/>
                </a:cubicBezTo>
                <a:cubicBezTo>
                  <a:pt x="158" y="42"/>
                  <a:pt x="177" y="33"/>
                  <a:pt x="196" y="25"/>
                </a:cubicBezTo>
                <a:cubicBezTo>
                  <a:pt x="215" y="17"/>
                  <a:pt x="235" y="11"/>
                  <a:pt x="256" y="7"/>
                </a:cubicBezTo>
                <a:cubicBezTo>
                  <a:pt x="276" y="3"/>
                  <a:pt x="297" y="0"/>
                  <a:pt x="317" y="0"/>
                </a:cubicBezTo>
                <a:lnTo>
                  <a:pt x="4975" y="0"/>
                </a:lnTo>
                <a:cubicBezTo>
                  <a:pt x="4996" y="0"/>
                  <a:pt x="5017" y="3"/>
                  <a:pt x="5037" y="7"/>
                </a:cubicBezTo>
                <a:cubicBezTo>
                  <a:pt x="5058" y="11"/>
                  <a:pt x="5077" y="17"/>
                  <a:pt x="5097" y="25"/>
                </a:cubicBezTo>
                <a:cubicBezTo>
                  <a:pt x="5116" y="33"/>
                  <a:pt x="5134" y="42"/>
                  <a:pt x="5152" y="54"/>
                </a:cubicBezTo>
                <a:cubicBezTo>
                  <a:pt x="5169" y="66"/>
                  <a:pt x="5185" y="79"/>
                  <a:pt x="5200" y="93"/>
                </a:cubicBezTo>
                <a:cubicBezTo>
                  <a:pt x="5214" y="108"/>
                  <a:pt x="5228" y="124"/>
                  <a:pt x="5239" y="142"/>
                </a:cubicBezTo>
                <a:cubicBezTo>
                  <a:pt x="5251" y="159"/>
                  <a:pt x="5261" y="177"/>
                  <a:pt x="5268" y="196"/>
                </a:cubicBezTo>
                <a:cubicBezTo>
                  <a:pt x="5276" y="216"/>
                  <a:pt x="5282" y="236"/>
                  <a:pt x="5287" y="256"/>
                </a:cubicBezTo>
                <a:cubicBezTo>
                  <a:pt x="5291" y="277"/>
                  <a:pt x="5293" y="297"/>
                  <a:pt x="5293" y="318"/>
                </a:cubicBezTo>
                <a:lnTo>
                  <a:pt x="5293" y="2330"/>
                </a:lnTo>
                <a:cubicBezTo>
                  <a:pt x="5293" y="2351"/>
                  <a:pt x="5291" y="2371"/>
                  <a:pt x="5287" y="2392"/>
                </a:cubicBezTo>
                <a:cubicBezTo>
                  <a:pt x="5282" y="2412"/>
                  <a:pt x="5276" y="2432"/>
                  <a:pt x="5268" y="2451"/>
                </a:cubicBezTo>
                <a:cubicBezTo>
                  <a:pt x="5261" y="2471"/>
                  <a:pt x="5251" y="2489"/>
                  <a:pt x="5239" y="2506"/>
                </a:cubicBezTo>
                <a:cubicBezTo>
                  <a:pt x="5228" y="2524"/>
                  <a:pt x="5214" y="2540"/>
                  <a:pt x="5200" y="2554"/>
                </a:cubicBezTo>
                <a:cubicBezTo>
                  <a:pt x="5185" y="2569"/>
                  <a:pt x="5169" y="2582"/>
                  <a:pt x="5152" y="2594"/>
                </a:cubicBezTo>
                <a:cubicBezTo>
                  <a:pt x="5134" y="2605"/>
                  <a:pt x="5116" y="2615"/>
                  <a:pt x="5097" y="2623"/>
                </a:cubicBezTo>
                <a:cubicBezTo>
                  <a:pt x="5077" y="2631"/>
                  <a:pt x="5058" y="2637"/>
                  <a:pt x="5037" y="2641"/>
                </a:cubicBezTo>
                <a:cubicBezTo>
                  <a:pt x="5017" y="2645"/>
                  <a:pt x="4996" y="2647"/>
                  <a:pt x="4975" y="2647"/>
                </a:cubicBezTo>
                <a:lnTo>
                  <a:pt x="317" y="2647"/>
                </a:lnTo>
                <a:cubicBezTo>
                  <a:pt x="297" y="2647"/>
                  <a:pt x="276" y="2645"/>
                  <a:pt x="256" y="2641"/>
                </a:cubicBezTo>
                <a:cubicBezTo>
                  <a:pt x="235" y="2637"/>
                  <a:pt x="215" y="2631"/>
                  <a:pt x="196" y="2623"/>
                </a:cubicBezTo>
                <a:cubicBezTo>
                  <a:pt x="177" y="2615"/>
                  <a:pt x="158" y="2605"/>
                  <a:pt x="141" y="2594"/>
                </a:cubicBezTo>
                <a:cubicBezTo>
                  <a:pt x="124" y="2582"/>
                  <a:pt x="108" y="2569"/>
                  <a:pt x="93" y="2554"/>
                </a:cubicBezTo>
                <a:cubicBezTo>
                  <a:pt x="78" y="2540"/>
                  <a:pt x="65" y="2524"/>
                  <a:pt x="54" y="2506"/>
                </a:cubicBezTo>
                <a:cubicBezTo>
                  <a:pt x="42" y="2489"/>
                  <a:pt x="32" y="2471"/>
                  <a:pt x="24" y="2451"/>
                </a:cubicBezTo>
                <a:cubicBezTo>
                  <a:pt x="16" y="2432"/>
                  <a:pt x="10" y="2412"/>
                  <a:pt x="6" y="2392"/>
                </a:cubicBezTo>
                <a:cubicBezTo>
                  <a:pt x="2" y="2371"/>
                  <a:pt x="0" y="2351"/>
                  <a:pt x="0" y="2330"/>
                </a:cubicBezTo>
                <a:close/>
              </a:path>
            </a:pathLst>
          </a:custGeom>
          <a:solidFill>
            <a:srgbClr val="457B9D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952560" y="2056320"/>
            <a:ext cx="8262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Frontend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5905800" y="2088720"/>
            <a:ext cx="304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457B9D"/>
                </a:solidFill>
                <a:effectLst/>
                <a:uFillTx/>
                <a:latin typeface="NotoColorEmoji"/>
                <a:ea typeface="NotoColorEmoji"/>
              </a:rPr>
              <a:t>🖥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5493240" y="2542320"/>
            <a:ext cx="1212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Vue + Uniapp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任意多边形: 形状 139"/>
          <p:cNvSpPr/>
          <p:nvPr/>
        </p:nvSpPr>
        <p:spPr>
          <a:xfrm>
            <a:off x="6076800" y="1866600"/>
            <a:ext cx="38520" cy="381600"/>
          </a:xfrm>
          <a:custGeom>
            <a:avLst/>
            <a:gdLst/>
            <a:ahLst/>
            <a:cxnLst/>
            <a:rect l="0" t="0" r="r" b="b"/>
            <a:pathLst>
              <a:path w="107" h="1060">
                <a:moveTo>
                  <a:pt x="0" y="0"/>
                </a:moveTo>
                <a:lnTo>
                  <a:pt x="107" y="0"/>
                </a:lnTo>
                <a:lnTo>
                  <a:pt x="10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5596560" y="2805480"/>
            <a:ext cx="10000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Cross-platform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任意多边形: 形状 141"/>
          <p:cNvSpPr/>
          <p:nvPr/>
        </p:nvSpPr>
        <p:spPr>
          <a:xfrm>
            <a:off x="5143320" y="3390840"/>
            <a:ext cx="1905480" cy="952560"/>
          </a:xfrm>
          <a:custGeom>
            <a:avLst/>
            <a:gdLst/>
            <a:ahLst/>
            <a:cxnLst/>
            <a:rect l="0" t="0" r="r" b="b"/>
            <a:pathLst>
              <a:path w="5293" h="2646">
                <a:moveTo>
                  <a:pt x="0" y="2328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4" y="141"/>
                </a:cubicBezTo>
                <a:cubicBezTo>
                  <a:pt x="65" y="123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7" y="0"/>
                </a:cubicBezTo>
                <a:lnTo>
                  <a:pt x="4975" y="0"/>
                </a:lnTo>
                <a:cubicBezTo>
                  <a:pt x="4996" y="0"/>
                  <a:pt x="5017" y="2"/>
                  <a:pt x="5037" y="6"/>
                </a:cubicBezTo>
                <a:cubicBezTo>
                  <a:pt x="5058" y="10"/>
                  <a:pt x="5077" y="16"/>
                  <a:pt x="5097" y="24"/>
                </a:cubicBezTo>
                <a:cubicBezTo>
                  <a:pt x="5116" y="32"/>
                  <a:pt x="5134" y="42"/>
                  <a:pt x="5152" y="53"/>
                </a:cubicBezTo>
                <a:cubicBezTo>
                  <a:pt x="5169" y="65"/>
                  <a:pt x="5185" y="78"/>
                  <a:pt x="5200" y="93"/>
                </a:cubicBezTo>
                <a:cubicBezTo>
                  <a:pt x="5214" y="107"/>
                  <a:pt x="5228" y="123"/>
                  <a:pt x="5239" y="141"/>
                </a:cubicBezTo>
                <a:cubicBezTo>
                  <a:pt x="5251" y="158"/>
                  <a:pt x="5261" y="176"/>
                  <a:pt x="5268" y="196"/>
                </a:cubicBezTo>
                <a:cubicBezTo>
                  <a:pt x="5276" y="215"/>
                  <a:pt x="5282" y="235"/>
                  <a:pt x="5287" y="255"/>
                </a:cubicBezTo>
                <a:cubicBezTo>
                  <a:pt x="5291" y="276"/>
                  <a:pt x="5293" y="296"/>
                  <a:pt x="5293" y="317"/>
                </a:cubicBezTo>
                <a:lnTo>
                  <a:pt x="5293" y="2328"/>
                </a:lnTo>
                <a:cubicBezTo>
                  <a:pt x="5293" y="2349"/>
                  <a:pt x="5291" y="2369"/>
                  <a:pt x="5287" y="2390"/>
                </a:cubicBezTo>
                <a:cubicBezTo>
                  <a:pt x="5282" y="2410"/>
                  <a:pt x="5276" y="2430"/>
                  <a:pt x="5268" y="2449"/>
                </a:cubicBezTo>
                <a:cubicBezTo>
                  <a:pt x="5261" y="2469"/>
                  <a:pt x="5251" y="2488"/>
                  <a:pt x="5239" y="2505"/>
                </a:cubicBezTo>
                <a:cubicBezTo>
                  <a:pt x="5228" y="2523"/>
                  <a:pt x="5214" y="2539"/>
                  <a:pt x="5200" y="2554"/>
                </a:cubicBezTo>
                <a:cubicBezTo>
                  <a:pt x="5185" y="2568"/>
                  <a:pt x="5169" y="2581"/>
                  <a:pt x="5152" y="2593"/>
                </a:cubicBezTo>
                <a:cubicBezTo>
                  <a:pt x="5134" y="2605"/>
                  <a:pt x="5116" y="2614"/>
                  <a:pt x="5097" y="2622"/>
                </a:cubicBezTo>
                <a:cubicBezTo>
                  <a:pt x="5077" y="2630"/>
                  <a:pt x="5058" y="2636"/>
                  <a:pt x="5037" y="2640"/>
                </a:cubicBezTo>
                <a:cubicBezTo>
                  <a:pt x="5017" y="2644"/>
                  <a:pt x="4996" y="2646"/>
                  <a:pt x="4975" y="2646"/>
                </a:cubicBezTo>
                <a:lnTo>
                  <a:pt x="317" y="2646"/>
                </a:lnTo>
                <a:cubicBezTo>
                  <a:pt x="297" y="2646"/>
                  <a:pt x="276" y="2644"/>
                  <a:pt x="256" y="2640"/>
                </a:cubicBezTo>
                <a:cubicBezTo>
                  <a:pt x="235" y="2636"/>
                  <a:pt x="215" y="2630"/>
                  <a:pt x="196" y="2622"/>
                </a:cubicBezTo>
                <a:cubicBezTo>
                  <a:pt x="177" y="2614"/>
                  <a:pt x="158" y="2605"/>
                  <a:pt x="141" y="2593"/>
                </a:cubicBezTo>
                <a:cubicBezTo>
                  <a:pt x="124" y="2581"/>
                  <a:pt x="108" y="2568"/>
                  <a:pt x="93" y="2554"/>
                </a:cubicBezTo>
                <a:cubicBezTo>
                  <a:pt x="78" y="2539"/>
                  <a:pt x="65" y="2523"/>
                  <a:pt x="54" y="2505"/>
                </a:cubicBezTo>
                <a:cubicBezTo>
                  <a:pt x="42" y="2488"/>
                  <a:pt x="32" y="2469"/>
                  <a:pt x="24" y="2449"/>
                </a:cubicBezTo>
                <a:cubicBezTo>
                  <a:pt x="16" y="2430"/>
                  <a:pt x="10" y="2410"/>
                  <a:pt x="6" y="2390"/>
                </a:cubicBezTo>
                <a:cubicBezTo>
                  <a:pt x="2" y="2369"/>
                  <a:pt x="0" y="2349"/>
                  <a:pt x="0" y="2328"/>
                </a:cubicBezTo>
                <a:close/>
              </a:path>
            </a:pathLst>
          </a:custGeom>
          <a:solidFill>
            <a:srgbClr val="2A9D8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952560" y="3390120"/>
            <a:ext cx="7948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Backend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5905800" y="3422520"/>
            <a:ext cx="304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2A9D8F"/>
                </a:solidFill>
                <a:effectLst/>
                <a:uFillTx/>
                <a:latin typeface="NotoColorEmoji"/>
                <a:ea typeface="NotoColorEmoji"/>
              </a:rPr>
              <a:t>🔧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5421240" y="3875760"/>
            <a:ext cx="13503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Python + Flask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任意多边形: 形状 145"/>
          <p:cNvSpPr/>
          <p:nvPr/>
        </p:nvSpPr>
        <p:spPr>
          <a:xfrm>
            <a:off x="6076800" y="1866600"/>
            <a:ext cx="38520" cy="381600"/>
          </a:xfrm>
          <a:custGeom>
            <a:avLst/>
            <a:gdLst/>
            <a:ahLst/>
            <a:cxnLst/>
            <a:rect l="0" t="0" r="r" b="b"/>
            <a:pathLst>
              <a:path w="107" h="1060">
                <a:moveTo>
                  <a:pt x="0" y="0"/>
                </a:moveTo>
                <a:lnTo>
                  <a:pt x="107" y="0"/>
                </a:lnTo>
                <a:lnTo>
                  <a:pt x="10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659920" y="4138920"/>
            <a:ext cx="873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API Services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任意多边形: 形状 147"/>
          <p:cNvSpPr/>
          <p:nvPr/>
        </p:nvSpPr>
        <p:spPr>
          <a:xfrm>
            <a:off x="5143320" y="4724280"/>
            <a:ext cx="1905480" cy="952920"/>
          </a:xfrm>
          <a:custGeom>
            <a:avLst/>
            <a:gdLst/>
            <a:ahLst/>
            <a:cxnLst/>
            <a:rect l="0" t="0" r="r" b="b"/>
            <a:pathLst>
              <a:path w="5293" h="2647">
                <a:moveTo>
                  <a:pt x="0" y="2329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8"/>
                  <a:pt x="54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7" y="0"/>
                </a:cubicBezTo>
                <a:lnTo>
                  <a:pt x="4975" y="0"/>
                </a:lnTo>
                <a:cubicBezTo>
                  <a:pt x="4996" y="0"/>
                  <a:pt x="5017" y="2"/>
                  <a:pt x="5037" y="6"/>
                </a:cubicBezTo>
                <a:cubicBezTo>
                  <a:pt x="5058" y="10"/>
                  <a:pt x="5077" y="16"/>
                  <a:pt x="5097" y="24"/>
                </a:cubicBezTo>
                <a:cubicBezTo>
                  <a:pt x="5116" y="32"/>
                  <a:pt x="5134" y="42"/>
                  <a:pt x="5152" y="53"/>
                </a:cubicBezTo>
                <a:cubicBezTo>
                  <a:pt x="5169" y="65"/>
                  <a:pt x="5185" y="78"/>
                  <a:pt x="5200" y="93"/>
                </a:cubicBezTo>
                <a:cubicBezTo>
                  <a:pt x="5214" y="108"/>
                  <a:pt x="5228" y="124"/>
                  <a:pt x="5239" y="141"/>
                </a:cubicBezTo>
                <a:cubicBezTo>
                  <a:pt x="5251" y="158"/>
                  <a:pt x="5261" y="177"/>
                  <a:pt x="5268" y="196"/>
                </a:cubicBezTo>
                <a:cubicBezTo>
                  <a:pt x="5276" y="215"/>
                  <a:pt x="5282" y="235"/>
                  <a:pt x="5287" y="255"/>
                </a:cubicBezTo>
                <a:cubicBezTo>
                  <a:pt x="5291" y="276"/>
                  <a:pt x="5293" y="296"/>
                  <a:pt x="5293" y="317"/>
                </a:cubicBezTo>
                <a:lnTo>
                  <a:pt x="5293" y="2329"/>
                </a:lnTo>
                <a:cubicBezTo>
                  <a:pt x="5293" y="2350"/>
                  <a:pt x="5291" y="2371"/>
                  <a:pt x="5287" y="2391"/>
                </a:cubicBezTo>
                <a:cubicBezTo>
                  <a:pt x="5282" y="2412"/>
                  <a:pt x="5276" y="2431"/>
                  <a:pt x="5268" y="2451"/>
                </a:cubicBezTo>
                <a:cubicBezTo>
                  <a:pt x="5261" y="2470"/>
                  <a:pt x="5251" y="2488"/>
                  <a:pt x="5239" y="2506"/>
                </a:cubicBezTo>
                <a:cubicBezTo>
                  <a:pt x="5228" y="2523"/>
                  <a:pt x="5214" y="2539"/>
                  <a:pt x="5200" y="2554"/>
                </a:cubicBezTo>
                <a:cubicBezTo>
                  <a:pt x="5185" y="2568"/>
                  <a:pt x="5169" y="2582"/>
                  <a:pt x="5152" y="2593"/>
                </a:cubicBezTo>
                <a:cubicBezTo>
                  <a:pt x="5134" y="2605"/>
                  <a:pt x="5116" y="2615"/>
                  <a:pt x="5097" y="2622"/>
                </a:cubicBezTo>
                <a:cubicBezTo>
                  <a:pt x="5077" y="2630"/>
                  <a:pt x="5058" y="2636"/>
                  <a:pt x="5037" y="2641"/>
                </a:cubicBezTo>
                <a:cubicBezTo>
                  <a:pt x="5017" y="2645"/>
                  <a:pt x="4996" y="2647"/>
                  <a:pt x="4975" y="2647"/>
                </a:cubicBezTo>
                <a:lnTo>
                  <a:pt x="317" y="2647"/>
                </a:lnTo>
                <a:cubicBezTo>
                  <a:pt x="297" y="2647"/>
                  <a:pt x="276" y="2645"/>
                  <a:pt x="256" y="2641"/>
                </a:cubicBezTo>
                <a:cubicBezTo>
                  <a:pt x="235" y="2636"/>
                  <a:pt x="215" y="2630"/>
                  <a:pt x="196" y="2622"/>
                </a:cubicBezTo>
                <a:cubicBezTo>
                  <a:pt x="177" y="2615"/>
                  <a:pt x="158" y="2605"/>
                  <a:pt x="141" y="2593"/>
                </a:cubicBezTo>
                <a:cubicBezTo>
                  <a:pt x="124" y="2582"/>
                  <a:pt x="108" y="2568"/>
                  <a:pt x="93" y="2554"/>
                </a:cubicBezTo>
                <a:cubicBezTo>
                  <a:pt x="78" y="2539"/>
                  <a:pt x="65" y="2523"/>
                  <a:pt x="54" y="2506"/>
                </a:cubicBezTo>
                <a:cubicBezTo>
                  <a:pt x="42" y="2488"/>
                  <a:pt x="32" y="2470"/>
                  <a:pt x="24" y="2451"/>
                </a:cubicBezTo>
                <a:cubicBezTo>
                  <a:pt x="16" y="2431"/>
                  <a:pt x="10" y="2412"/>
                  <a:pt x="6" y="2391"/>
                </a:cubicBezTo>
                <a:cubicBezTo>
                  <a:pt x="2" y="2371"/>
                  <a:pt x="0" y="2350"/>
                  <a:pt x="0" y="2329"/>
                </a:cubicBezTo>
                <a:close/>
              </a:path>
            </a:pathLst>
          </a:custGeom>
          <a:solidFill>
            <a:srgbClr val="E76F51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952560" y="4723560"/>
            <a:ext cx="8791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AI Engine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5905800" y="4755960"/>
            <a:ext cx="304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E76F51"/>
                </a:solidFill>
                <a:effectLst/>
                <a:uFillTx/>
                <a:latin typeface="NotoColorEmoji"/>
                <a:ea typeface="NotoColorEmoji"/>
              </a:rPr>
              <a:t>🤖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5374440" y="5209200"/>
            <a:ext cx="1450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Dual AI Engines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5598000" y="5472360"/>
            <a:ext cx="1004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Xunfei + Azure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任意多边形: 形状 1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任意多边形: 形状 1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0" y="0"/>
            <a:ext cx="12192120" cy="1043640"/>
          </a:xfrm>
          <a:custGeom>
            <a:avLst/>
            <a:gdLst/>
            <a:ahLst/>
            <a:cxnLst/>
            <a:rect l="0" t="0" r="r" b="b"/>
            <a:pathLst>
              <a:path w="33867" h="2899">
                <a:moveTo>
                  <a:pt x="0" y="0"/>
                </a:moveTo>
                <a:lnTo>
                  <a:pt x="33867" y="0"/>
                </a:lnTo>
                <a:lnTo>
                  <a:pt x="33867" y="2899"/>
                </a:lnTo>
                <a:lnTo>
                  <a:pt x="0" y="2899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任意多边形: 形状 155"/>
          <p:cNvSpPr/>
          <p:nvPr/>
        </p:nvSpPr>
        <p:spPr>
          <a:xfrm>
            <a:off x="0" y="1035360"/>
            <a:ext cx="12192120" cy="8280"/>
          </a:xfrm>
          <a:custGeom>
            <a:avLst/>
            <a:gdLst/>
            <a:ahLst/>
            <a:cxnLst/>
            <a:rect l="0" t="0" r="r" b="b"/>
            <a:pathLst>
              <a:path w="33867" h="23">
                <a:moveTo>
                  <a:pt x="0" y="0"/>
                </a:moveTo>
                <a:lnTo>
                  <a:pt x="33867" y="0"/>
                </a:lnTo>
                <a:lnTo>
                  <a:pt x="33867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571320" y="353880"/>
            <a:ext cx="2028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6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Innovation 1</a:t>
            </a:r>
            <a:endParaRPr lang="en-US" sz="2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11349360" y="442080"/>
            <a:ext cx="274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- 8 -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2027520" y="4356720"/>
            <a:ext cx="8206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64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Randomized Warm Words Delivery System</a:t>
            </a:r>
            <a:endParaRPr lang="en-US" sz="2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1269960" y="5213340"/>
            <a:ext cx="11275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0" u="none" strike="noStrike" dirty="0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Breaking 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2223804" y="5217147"/>
            <a:ext cx="228267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dirty="0"/>
              <a:t>Directional Q&amp;A mode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4561560" y="5174640"/>
            <a:ext cx="124596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0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, randomly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5716751" y="5185788"/>
            <a:ext cx="623569" cy="2693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1750" b="0" u="none" strike="noStrike" dirty="0">
                <a:solidFill>
                  <a:srgbClr val="264653"/>
                </a:solidFill>
                <a:effectLst/>
                <a:uFillTx/>
                <a:latin typeface="NotoSansCJKsc"/>
              </a:rPr>
              <a:t>spread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6340320" y="5174640"/>
            <a:ext cx="401796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0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 social warmth to avoid secondary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任意多边形: 形状 164"/>
          <p:cNvSpPr/>
          <p:nvPr/>
        </p:nvSpPr>
        <p:spPr>
          <a:xfrm>
            <a:off x="0" y="6387840"/>
            <a:ext cx="12192120" cy="470160"/>
          </a:xfrm>
          <a:custGeom>
            <a:avLst/>
            <a:gdLst/>
            <a:ahLst/>
            <a:cxnLst/>
            <a:rect l="0" t="0" r="r" b="b"/>
            <a:pathLst>
              <a:path w="33867" h="1306">
                <a:moveTo>
                  <a:pt x="0" y="0"/>
                </a:moveTo>
                <a:lnTo>
                  <a:pt x="33867" y="0"/>
                </a:lnTo>
                <a:lnTo>
                  <a:pt x="33867" y="1306"/>
                </a:lnTo>
                <a:lnTo>
                  <a:pt x="0" y="1306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任意多边形: 形状 165"/>
          <p:cNvSpPr/>
          <p:nvPr/>
        </p:nvSpPr>
        <p:spPr>
          <a:xfrm>
            <a:off x="0" y="6387840"/>
            <a:ext cx="12192120" cy="8280"/>
          </a:xfrm>
          <a:custGeom>
            <a:avLst/>
            <a:gdLst/>
            <a:ahLst/>
            <a:cxnLst/>
            <a:rect l="0" t="0" r="r" b="b"/>
            <a:pathLst>
              <a:path w="33867" h="23">
                <a:moveTo>
                  <a:pt x="0" y="0"/>
                </a:moveTo>
                <a:lnTo>
                  <a:pt x="33867" y="0"/>
                </a:lnTo>
                <a:lnTo>
                  <a:pt x="33867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3694680" y="5533200"/>
            <a:ext cx="480384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0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harm to psychologically vulnerable users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8" name="图片 167"/>
          <p:cNvPicPr/>
          <p:nvPr/>
        </p:nvPicPr>
        <p:blipFill>
          <a:blip r:embed="rId2"/>
          <a:stretch/>
        </p:blipFill>
        <p:spPr>
          <a:xfrm>
            <a:off x="4737548" y="1378800"/>
            <a:ext cx="2459264" cy="238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文本框 168"/>
          <p:cNvSpPr txBox="1"/>
          <p:nvPr/>
        </p:nvSpPr>
        <p:spPr>
          <a:xfrm>
            <a:off x="11349360" y="6551640"/>
            <a:ext cx="274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- 8 -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5382720" y="1996560"/>
            <a:ext cx="1142640" cy="1113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53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🎲</a:t>
            </a:r>
            <a:endParaRPr lang="en-US" sz="7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任意多边形: 形状 1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任意多边形: 形状 1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任意多边形: 形状 172"/>
          <p:cNvSpPr/>
          <p:nvPr/>
        </p:nvSpPr>
        <p:spPr>
          <a:xfrm>
            <a:off x="0" y="0"/>
            <a:ext cx="12192120" cy="1248120"/>
          </a:xfrm>
          <a:custGeom>
            <a:avLst/>
            <a:gdLst/>
            <a:ahLst/>
            <a:cxnLst/>
            <a:rect l="0" t="0" r="r" b="b"/>
            <a:pathLst>
              <a:path w="33867" h="3467">
                <a:moveTo>
                  <a:pt x="0" y="0"/>
                </a:moveTo>
                <a:lnTo>
                  <a:pt x="33867" y="0"/>
                </a:lnTo>
                <a:lnTo>
                  <a:pt x="33867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任意多边形: 形状 173"/>
          <p:cNvSpPr/>
          <p:nvPr/>
        </p:nvSpPr>
        <p:spPr>
          <a:xfrm>
            <a:off x="0" y="123804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571320" y="423000"/>
            <a:ext cx="201996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Innovation 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11349360" y="528840"/>
            <a:ext cx="271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- 9 -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2852280" y="4153320"/>
            <a:ext cx="196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AI Monitoring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2605680" y="4896720"/>
            <a:ext cx="24494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Real-time content analysis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3292560" y="5211000"/>
            <a:ext cx="10800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and filtering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7087320" y="4153320"/>
            <a:ext cx="2541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Human Oversight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7012080" y="4896720"/>
            <a:ext cx="26820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Expert judgment for nuanced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任意多边形: 形状 181"/>
          <p:cNvSpPr/>
          <p:nvPr/>
        </p:nvSpPr>
        <p:spPr>
          <a:xfrm>
            <a:off x="0" y="6295680"/>
            <a:ext cx="12192120" cy="562320"/>
          </a:xfrm>
          <a:custGeom>
            <a:avLst/>
            <a:gdLst/>
            <a:ahLst/>
            <a:cxnLst/>
            <a:rect l="0" t="0" r="r" b="b"/>
            <a:pathLst>
              <a:path w="33867" h="1562">
                <a:moveTo>
                  <a:pt x="0" y="0"/>
                </a:moveTo>
                <a:lnTo>
                  <a:pt x="33867" y="0"/>
                </a:lnTo>
                <a:lnTo>
                  <a:pt x="33867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任意多边形: 形状 182"/>
          <p:cNvSpPr/>
          <p:nvPr/>
        </p:nvSpPr>
        <p:spPr>
          <a:xfrm>
            <a:off x="0" y="629568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8083800" y="5211000"/>
            <a:ext cx="5461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cases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11349360" y="6491520"/>
            <a:ext cx="271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- 9 -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6" name="图片 185"/>
          <p:cNvPicPr/>
          <p:nvPr/>
        </p:nvPicPr>
        <p:blipFill>
          <a:blip r:embed="rId2"/>
          <a:stretch/>
        </p:blipFill>
        <p:spPr>
          <a:xfrm>
            <a:off x="2981160" y="1847880"/>
            <a:ext cx="1713960" cy="171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文本框 186"/>
          <p:cNvSpPr txBox="1"/>
          <p:nvPr/>
        </p:nvSpPr>
        <p:spPr>
          <a:xfrm>
            <a:off x="3358800" y="2255040"/>
            <a:ext cx="761760" cy="887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600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🤖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5582700" y="5211000"/>
            <a:ext cx="570960" cy="66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500" b="0" u="none" strike="noStrike" dirty="0">
                <a:solidFill>
                  <a:srgbClr val="2A9D8F"/>
                </a:solidFill>
                <a:effectLst/>
                <a:uFillTx/>
                <a:latin typeface="NotoColorEmoji"/>
                <a:ea typeface="NotoColorEmoji"/>
              </a:rPr>
              <a:t>🔄</a:t>
            </a:r>
            <a:endParaRPr lang="en-US" sz="4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179360" y="5834880"/>
            <a:ext cx="383328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none" strike="noStrike" dirty="0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Collaborative Review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0" name="图片 189"/>
          <p:cNvPicPr/>
          <p:nvPr/>
        </p:nvPicPr>
        <p:blipFill>
          <a:blip r:embed="rId3"/>
          <a:stretch/>
        </p:blipFill>
        <p:spPr>
          <a:xfrm>
            <a:off x="7496280" y="1847880"/>
            <a:ext cx="1713960" cy="171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文本框 190"/>
          <p:cNvSpPr txBox="1"/>
          <p:nvPr/>
        </p:nvSpPr>
        <p:spPr>
          <a:xfrm>
            <a:off x="7882200" y="2255040"/>
            <a:ext cx="761760" cy="887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600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👥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任意多边形: 形状 1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任意多边形: 形状 1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任意多边形: 形状 193"/>
          <p:cNvSpPr/>
          <p:nvPr/>
        </p:nvSpPr>
        <p:spPr>
          <a:xfrm>
            <a:off x="0" y="0"/>
            <a:ext cx="12192120" cy="1248120"/>
          </a:xfrm>
          <a:custGeom>
            <a:avLst/>
            <a:gdLst/>
            <a:ahLst/>
            <a:cxnLst/>
            <a:rect l="0" t="0" r="r" b="b"/>
            <a:pathLst>
              <a:path w="33867" h="3467">
                <a:moveTo>
                  <a:pt x="0" y="0"/>
                </a:moveTo>
                <a:lnTo>
                  <a:pt x="33867" y="0"/>
                </a:lnTo>
                <a:lnTo>
                  <a:pt x="33867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任意多边形: 形状 194"/>
          <p:cNvSpPr/>
          <p:nvPr/>
        </p:nvSpPr>
        <p:spPr>
          <a:xfrm>
            <a:off x="0" y="123804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571320" y="423000"/>
            <a:ext cx="33541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Implementation Plan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任意多边形: 形状 196"/>
          <p:cNvSpPr/>
          <p:nvPr/>
        </p:nvSpPr>
        <p:spPr>
          <a:xfrm>
            <a:off x="0" y="6295680"/>
            <a:ext cx="12192120" cy="562320"/>
          </a:xfrm>
          <a:custGeom>
            <a:avLst/>
            <a:gdLst/>
            <a:ahLst/>
            <a:cxnLst/>
            <a:rect l="0" t="0" r="r" b="b"/>
            <a:pathLst>
              <a:path w="33867" h="1562">
                <a:moveTo>
                  <a:pt x="0" y="0"/>
                </a:moveTo>
                <a:lnTo>
                  <a:pt x="33867" y="0"/>
                </a:lnTo>
                <a:lnTo>
                  <a:pt x="33867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任意多边形: 形状 197"/>
          <p:cNvSpPr/>
          <p:nvPr/>
        </p:nvSpPr>
        <p:spPr>
          <a:xfrm>
            <a:off x="0" y="629568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11264760" y="528840"/>
            <a:ext cx="356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- 10 -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任意多边形: 形状 199"/>
          <p:cNvSpPr/>
          <p:nvPr/>
        </p:nvSpPr>
        <p:spPr>
          <a:xfrm>
            <a:off x="1809720" y="2666880"/>
            <a:ext cx="8572680" cy="57600"/>
          </a:xfrm>
          <a:custGeom>
            <a:avLst/>
            <a:gdLst/>
            <a:ahLst/>
            <a:cxnLst/>
            <a:rect l="0" t="0" r="r" b="b"/>
            <a:pathLst>
              <a:path w="23813" h="160">
                <a:moveTo>
                  <a:pt x="0" y="0"/>
                </a:moveTo>
                <a:lnTo>
                  <a:pt x="23813" y="0"/>
                </a:lnTo>
                <a:lnTo>
                  <a:pt x="2381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9ECE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11264760" y="6491520"/>
            <a:ext cx="356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- 10 -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2473200" y="3311640"/>
            <a:ext cx="1245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Prototype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2373480" y="3763080"/>
            <a:ext cx="14396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1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Jan - Mar 2025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2322360" y="4390200"/>
            <a:ext cx="1546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Design &amp; planning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2105640" y="4694760"/>
            <a:ext cx="1981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Core function prototype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6" name="图片 205"/>
          <p:cNvPicPr/>
          <p:nvPr/>
        </p:nvPicPr>
        <p:blipFill>
          <a:blip r:embed="rId2"/>
          <a:stretch/>
        </p:blipFill>
        <p:spPr>
          <a:xfrm>
            <a:off x="2762280" y="2095560"/>
            <a:ext cx="66636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文本框 206"/>
          <p:cNvSpPr txBox="1"/>
          <p:nvPr/>
        </p:nvSpPr>
        <p:spPr>
          <a:xfrm>
            <a:off x="2917800" y="2273400"/>
            <a:ext cx="356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Q1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5631480" y="3311640"/>
            <a:ext cx="948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Testing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5373720" y="3763080"/>
            <a:ext cx="14396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1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Apr - Jun 2025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5317560" y="4390200"/>
            <a:ext cx="15573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Core development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5470920" y="4694760"/>
            <a:ext cx="12502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Internal testing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5603400" y="4999680"/>
            <a:ext cx="9856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Pilot launch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3" name="图片 212"/>
          <p:cNvPicPr/>
          <p:nvPr/>
        </p:nvPicPr>
        <p:blipFill>
          <a:blip r:embed="rId3"/>
          <a:stretch/>
        </p:blipFill>
        <p:spPr>
          <a:xfrm>
            <a:off x="5762520" y="2095560"/>
            <a:ext cx="66636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文本框 213"/>
          <p:cNvSpPr txBox="1"/>
          <p:nvPr/>
        </p:nvSpPr>
        <p:spPr>
          <a:xfrm>
            <a:off x="5918040" y="2273400"/>
            <a:ext cx="356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Q2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8622360" y="3311640"/>
            <a:ext cx="948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Launch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8397360" y="3763080"/>
            <a:ext cx="1393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1" u="none" strike="noStrike">
                <a:solidFill>
                  <a:srgbClr val="6C757D"/>
                </a:solidFill>
                <a:effectLst/>
                <a:uFillTx/>
                <a:latin typeface="Arial"/>
                <a:ea typeface="Arial"/>
              </a:rPr>
              <a:t>Jul - Sep 2025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8244000" y="4390200"/>
            <a:ext cx="1705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System optimization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8499600" y="4694760"/>
            <a:ext cx="11973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Official launch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8355240" y="4999680"/>
            <a:ext cx="1482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Market promotion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0" name="图片 219"/>
          <p:cNvPicPr/>
          <p:nvPr/>
        </p:nvPicPr>
        <p:blipFill>
          <a:blip r:embed="rId4"/>
          <a:stretch/>
        </p:blipFill>
        <p:spPr>
          <a:xfrm>
            <a:off x="8763120" y="2095560"/>
            <a:ext cx="66636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文本框 220"/>
          <p:cNvSpPr txBox="1"/>
          <p:nvPr/>
        </p:nvSpPr>
        <p:spPr>
          <a:xfrm>
            <a:off x="8918280" y="2273400"/>
            <a:ext cx="356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Q3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任意多边形: 形状 2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任意多边形: 形状 2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任意多边形: 形状 223"/>
          <p:cNvSpPr/>
          <p:nvPr/>
        </p:nvSpPr>
        <p:spPr>
          <a:xfrm>
            <a:off x="0" y="0"/>
            <a:ext cx="12192120" cy="1248120"/>
          </a:xfrm>
          <a:custGeom>
            <a:avLst/>
            <a:gdLst/>
            <a:ahLst/>
            <a:cxnLst/>
            <a:rect l="0" t="0" r="r" b="b"/>
            <a:pathLst>
              <a:path w="33867" h="3467">
                <a:moveTo>
                  <a:pt x="0" y="0"/>
                </a:moveTo>
                <a:lnTo>
                  <a:pt x="33867" y="0"/>
                </a:lnTo>
                <a:lnTo>
                  <a:pt x="33867" y="3467"/>
                </a:lnTo>
                <a:lnTo>
                  <a:pt x="0" y="346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任意多边形: 形状 224"/>
          <p:cNvSpPr/>
          <p:nvPr/>
        </p:nvSpPr>
        <p:spPr>
          <a:xfrm>
            <a:off x="0" y="123804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571320" y="423000"/>
            <a:ext cx="261108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Business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11264760" y="528840"/>
            <a:ext cx="356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- 11 -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1551240" y="3486600"/>
            <a:ext cx="2422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Freemium Model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1836360" y="4287240"/>
            <a:ext cx="18460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Basic functions </a:t>
            </a:r>
            <a:r>
              <a:rPr lang="en-US" sz="165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1358640" y="4620600"/>
            <a:ext cx="2797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Premium consultation for </a:t>
            </a:r>
            <a:r>
              <a:rPr lang="en-US" sz="165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paid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2296440" y="4963320"/>
            <a:ext cx="92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members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1762560" y="5296680"/>
            <a:ext cx="20084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Value-added services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4732560" y="3486600"/>
            <a:ext cx="2727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Revenue Channels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文本框 233"/>
          <p:cNvSpPr txBox="1"/>
          <p:nvPr/>
        </p:nvSpPr>
        <p:spPr>
          <a:xfrm>
            <a:off x="4814640" y="4287240"/>
            <a:ext cx="2554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In-app </a:t>
            </a:r>
            <a:r>
              <a:rPr lang="en-US" sz="165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precise advertising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4937040" y="4620600"/>
            <a:ext cx="23097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Institutional </a:t>
            </a:r>
            <a:r>
              <a:rPr lang="en-US" sz="165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cooperation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4896000" y="4963320"/>
            <a:ext cx="23914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Consultant </a:t>
            </a:r>
            <a:r>
              <a:rPr lang="en-US" sz="165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commissions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8015760" y="3486600"/>
            <a:ext cx="2828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Promotion Strategy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8253360" y="4287240"/>
            <a:ext cx="23446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Social media </a:t>
            </a:r>
            <a:r>
              <a:rPr lang="en-US" sz="165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campaigns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文本框 238"/>
          <p:cNvSpPr txBox="1"/>
          <p:nvPr/>
        </p:nvSpPr>
        <p:spPr>
          <a:xfrm>
            <a:off x="8055360" y="4620600"/>
            <a:ext cx="27396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School/hospital </a:t>
            </a:r>
            <a:r>
              <a:rPr lang="en-US" sz="165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partnerships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任意多边形: 形状 239"/>
          <p:cNvSpPr/>
          <p:nvPr/>
        </p:nvSpPr>
        <p:spPr>
          <a:xfrm>
            <a:off x="0" y="6295680"/>
            <a:ext cx="12192120" cy="562320"/>
          </a:xfrm>
          <a:custGeom>
            <a:avLst/>
            <a:gdLst/>
            <a:ahLst/>
            <a:cxnLst/>
            <a:rect l="0" t="0" r="r" b="b"/>
            <a:pathLst>
              <a:path w="33867" h="1562">
                <a:moveTo>
                  <a:pt x="0" y="0"/>
                </a:moveTo>
                <a:lnTo>
                  <a:pt x="33867" y="0"/>
                </a:lnTo>
                <a:lnTo>
                  <a:pt x="33867" y="1562"/>
                </a:lnTo>
                <a:lnTo>
                  <a:pt x="0" y="1562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任意多边形: 形状 240"/>
          <p:cNvSpPr/>
          <p:nvPr/>
        </p:nvSpPr>
        <p:spPr>
          <a:xfrm>
            <a:off x="0" y="6295680"/>
            <a:ext cx="12192120" cy="10080"/>
          </a:xfrm>
          <a:custGeom>
            <a:avLst/>
            <a:gdLst/>
            <a:ahLst/>
            <a:cxnLst/>
            <a:rect l="0" t="0" r="r" b="b"/>
            <a:pathLst>
              <a:path w="33867" h="28">
                <a:moveTo>
                  <a:pt x="0" y="0"/>
                </a:moveTo>
                <a:lnTo>
                  <a:pt x="33867" y="0"/>
                </a:lnTo>
                <a:lnTo>
                  <a:pt x="338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8474760" y="4963320"/>
            <a:ext cx="19033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Industry </a:t>
            </a:r>
            <a:r>
              <a:rPr lang="en-US" sz="165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exhibitions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11264760" y="6491520"/>
            <a:ext cx="356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- 11 -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4" name="图片 243"/>
          <p:cNvPicPr/>
          <p:nvPr/>
        </p:nvPicPr>
        <p:blipFill>
          <a:blip r:embed="rId2"/>
          <a:stretch/>
        </p:blipFill>
        <p:spPr>
          <a:xfrm>
            <a:off x="2190600" y="1752480"/>
            <a:ext cx="114264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文本框 244"/>
          <p:cNvSpPr txBox="1"/>
          <p:nvPr/>
        </p:nvSpPr>
        <p:spPr>
          <a:xfrm>
            <a:off x="2464920" y="2044080"/>
            <a:ext cx="475920" cy="556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75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💰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6" name="图片 245"/>
          <p:cNvPicPr/>
          <p:nvPr/>
        </p:nvPicPr>
        <p:blipFill>
          <a:blip r:embed="rId3"/>
          <a:stretch/>
        </p:blipFill>
        <p:spPr>
          <a:xfrm>
            <a:off x="5524560" y="1752480"/>
            <a:ext cx="114264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文本框 246"/>
          <p:cNvSpPr txBox="1"/>
          <p:nvPr/>
        </p:nvSpPr>
        <p:spPr>
          <a:xfrm>
            <a:off x="5798880" y="2044080"/>
            <a:ext cx="475920" cy="556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75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📈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8" name="图片 247"/>
          <p:cNvPicPr/>
          <p:nvPr/>
        </p:nvPicPr>
        <p:blipFill>
          <a:blip r:embed="rId4"/>
          <a:stretch/>
        </p:blipFill>
        <p:spPr>
          <a:xfrm>
            <a:off x="8858160" y="1752480"/>
            <a:ext cx="114264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文本框 248"/>
          <p:cNvSpPr txBox="1"/>
          <p:nvPr/>
        </p:nvSpPr>
        <p:spPr>
          <a:xfrm>
            <a:off x="9132480" y="2044080"/>
            <a:ext cx="475920" cy="556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75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📣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任意多边形: 形状 2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1" name="图片 250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任意多边形: 形状 2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任意多边形: 形状 252"/>
          <p:cNvSpPr/>
          <p:nvPr/>
        </p:nvSpPr>
        <p:spPr>
          <a:xfrm>
            <a:off x="3226320" y="970734"/>
            <a:ext cx="5601240" cy="5067360"/>
          </a:xfrm>
          <a:custGeom>
            <a:avLst/>
            <a:gdLst/>
            <a:ahLst/>
            <a:cxnLst/>
            <a:rect l="0" t="0" r="r" b="b"/>
            <a:pathLst>
              <a:path w="15559" h="14076">
                <a:moveTo>
                  <a:pt x="0" y="13547"/>
                </a:moveTo>
                <a:lnTo>
                  <a:pt x="0" y="529"/>
                </a:lnTo>
                <a:cubicBezTo>
                  <a:pt x="0" y="494"/>
                  <a:pt x="3" y="460"/>
                  <a:pt x="10" y="426"/>
                </a:cubicBezTo>
                <a:cubicBezTo>
                  <a:pt x="17" y="391"/>
                  <a:pt x="27" y="358"/>
                  <a:pt x="40" y="326"/>
                </a:cubicBezTo>
                <a:cubicBezTo>
                  <a:pt x="54" y="294"/>
                  <a:pt x="70" y="264"/>
                  <a:pt x="89" y="235"/>
                </a:cubicBezTo>
                <a:cubicBezTo>
                  <a:pt x="109" y="206"/>
                  <a:pt x="131" y="179"/>
                  <a:pt x="155" y="155"/>
                </a:cubicBezTo>
                <a:cubicBezTo>
                  <a:pt x="180" y="130"/>
                  <a:pt x="206" y="108"/>
                  <a:pt x="235" y="89"/>
                </a:cubicBezTo>
                <a:cubicBezTo>
                  <a:pt x="264" y="69"/>
                  <a:pt x="295" y="53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5" y="0"/>
                  <a:pt x="529" y="0"/>
                </a:cubicBezTo>
                <a:lnTo>
                  <a:pt x="15029" y="0"/>
                </a:lnTo>
                <a:cubicBezTo>
                  <a:pt x="15064" y="0"/>
                  <a:pt x="15099" y="3"/>
                  <a:pt x="15133" y="10"/>
                </a:cubicBezTo>
                <a:cubicBezTo>
                  <a:pt x="15167" y="17"/>
                  <a:pt x="15200" y="27"/>
                  <a:pt x="15232" y="40"/>
                </a:cubicBezTo>
                <a:cubicBezTo>
                  <a:pt x="15264" y="53"/>
                  <a:pt x="15295" y="69"/>
                  <a:pt x="15323" y="89"/>
                </a:cubicBezTo>
                <a:cubicBezTo>
                  <a:pt x="15352" y="108"/>
                  <a:pt x="15379" y="130"/>
                  <a:pt x="15404" y="155"/>
                </a:cubicBezTo>
                <a:cubicBezTo>
                  <a:pt x="15428" y="179"/>
                  <a:pt x="15450" y="206"/>
                  <a:pt x="15469" y="235"/>
                </a:cubicBezTo>
                <a:cubicBezTo>
                  <a:pt x="15489" y="264"/>
                  <a:pt x="15505" y="294"/>
                  <a:pt x="15518" y="326"/>
                </a:cubicBezTo>
                <a:cubicBezTo>
                  <a:pt x="15532" y="358"/>
                  <a:pt x="15542" y="391"/>
                  <a:pt x="15548" y="426"/>
                </a:cubicBezTo>
                <a:cubicBezTo>
                  <a:pt x="15555" y="460"/>
                  <a:pt x="15559" y="494"/>
                  <a:pt x="15559" y="529"/>
                </a:cubicBezTo>
                <a:lnTo>
                  <a:pt x="15559" y="13547"/>
                </a:lnTo>
                <a:cubicBezTo>
                  <a:pt x="15559" y="13582"/>
                  <a:pt x="15555" y="13616"/>
                  <a:pt x="15548" y="13650"/>
                </a:cubicBezTo>
                <a:cubicBezTo>
                  <a:pt x="15542" y="13685"/>
                  <a:pt x="15532" y="13718"/>
                  <a:pt x="15518" y="13750"/>
                </a:cubicBezTo>
                <a:cubicBezTo>
                  <a:pt x="15505" y="13782"/>
                  <a:pt x="15489" y="13812"/>
                  <a:pt x="15469" y="13841"/>
                </a:cubicBezTo>
                <a:cubicBezTo>
                  <a:pt x="15450" y="13870"/>
                  <a:pt x="15428" y="13897"/>
                  <a:pt x="15404" y="13921"/>
                </a:cubicBezTo>
                <a:cubicBezTo>
                  <a:pt x="15379" y="13946"/>
                  <a:pt x="15352" y="13968"/>
                  <a:pt x="15323" y="13987"/>
                </a:cubicBezTo>
                <a:cubicBezTo>
                  <a:pt x="15295" y="14007"/>
                  <a:pt x="15264" y="14023"/>
                  <a:pt x="15232" y="14036"/>
                </a:cubicBezTo>
                <a:cubicBezTo>
                  <a:pt x="15200" y="14049"/>
                  <a:pt x="15167" y="14059"/>
                  <a:pt x="15133" y="14066"/>
                </a:cubicBezTo>
                <a:cubicBezTo>
                  <a:pt x="15099" y="14073"/>
                  <a:pt x="15064" y="14076"/>
                  <a:pt x="15029" y="14076"/>
                </a:cubicBezTo>
                <a:lnTo>
                  <a:pt x="529" y="14076"/>
                </a:lnTo>
                <a:cubicBezTo>
                  <a:pt x="495" y="14076"/>
                  <a:pt x="460" y="14073"/>
                  <a:pt x="426" y="14066"/>
                </a:cubicBezTo>
                <a:cubicBezTo>
                  <a:pt x="392" y="14059"/>
                  <a:pt x="359" y="14049"/>
                  <a:pt x="327" y="14036"/>
                </a:cubicBezTo>
                <a:cubicBezTo>
                  <a:pt x="295" y="14023"/>
                  <a:pt x="264" y="14007"/>
                  <a:pt x="235" y="13987"/>
                </a:cubicBezTo>
                <a:cubicBezTo>
                  <a:pt x="206" y="13968"/>
                  <a:pt x="180" y="13946"/>
                  <a:pt x="155" y="13921"/>
                </a:cubicBezTo>
                <a:cubicBezTo>
                  <a:pt x="131" y="13897"/>
                  <a:pt x="109" y="13870"/>
                  <a:pt x="89" y="13841"/>
                </a:cubicBezTo>
                <a:cubicBezTo>
                  <a:pt x="70" y="13812"/>
                  <a:pt x="54" y="13782"/>
                  <a:pt x="40" y="13750"/>
                </a:cubicBezTo>
                <a:cubicBezTo>
                  <a:pt x="27" y="13718"/>
                  <a:pt x="17" y="13685"/>
                  <a:pt x="10" y="13650"/>
                </a:cubicBezTo>
                <a:cubicBezTo>
                  <a:pt x="3" y="13616"/>
                  <a:pt x="0" y="13582"/>
                  <a:pt x="0" y="135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任意多边形: 形状 253"/>
          <p:cNvSpPr/>
          <p:nvPr/>
        </p:nvSpPr>
        <p:spPr>
          <a:xfrm>
            <a:off x="4057560" y="3848040"/>
            <a:ext cx="4077000" cy="19440"/>
          </a:xfrm>
          <a:custGeom>
            <a:avLst/>
            <a:gdLst/>
            <a:ahLst/>
            <a:cxnLst/>
            <a:rect l="0" t="0" r="r" b="b"/>
            <a:pathLst>
              <a:path w="11325" h="54">
                <a:moveTo>
                  <a:pt x="0" y="0"/>
                </a:moveTo>
                <a:lnTo>
                  <a:pt x="158" y="0"/>
                </a:lnTo>
                <a:lnTo>
                  <a:pt x="158" y="54"/>
                </a:lnTo>
                <a:lnTo>
                  <a:pt x="0" y="54"/>
                </a:lnTo>
                <a:lnTo>
                  <a:pt x="0" y="0"/>
                </a:lnTo>
                <a:moveTo>
                  <a:pt x="266" y="0"/>
                </a:moveTo>
                <a:lnTo>
                  <a:pt x="424" y="0"/>
                </a:lnTo>
                <a:lnTo>
                  <a:pt x="424" y="54"/>
                </a:lnTo>
                <a:lnTo>
                  <a:pt x="266" y="54"/>
                </a:lnTo>
                <a:lnTo>
                  <a:pt x="266" y="0"/>
                </a:lnTo>
                <a:moveTo>
                  <a:pt x="531" y="0"/>
                </a:moveTo>
                <a:lnTo>
                  <a:pt x="690" y="0"/>
                </a:lnTo>
                <a:lnTo>
                  <a:pt x="690" y="54"/>
                </a:lnTo>
                <a:lnTo>
                  <a:pt x="531" y="54"/>
                </a:lnTo>
                <a:lnTo>
                  <a:pt x="531" y="0"/>
                </a:lnTo>
                <a:moveTo>
                  <a:pt x="797" y="0"/>
                </a:moveTo>
                <a:lnTo>
                  <a:pt x="956" y="0"/>
                </a:lnTo>
                <a:lnTo>
                  <a:pt x="956" y="54"/>
                </a:lnTo>
                <a:lnTo>
                  <a:pt x="797" y="54"/>
                </a:lnTo>
                <a:lnTo>
                  <a:pt x="797" y="0"/>
                </a:lnTo>
                <a:moveTo>
                  <a:pt x="1063" y="0"/>
                </a:moveTo>
                <a:lnTo>
                  <a:pt x="1222" y="0"/>
                </a:lnTo>
                <a:lnTo>
                  <a:pt x="1222" y="54"/>
                </a:lnTo>
                <a:lnTo>
                  <a:pt x="1063" y="54"/>
                </a:lnTo>
                <a:lnTo>
                  <a:pt x="1063" y="0"/>
                </a:lnTo>
                <a:moveTo>
                  <a:pt x="1329" y="0"/>
                </a:moveTo>
                <a:lnTo>
                  <a:pt x="1488" y="0"/>
                </a:lnTo>
                <a:lnTo>
                  <a:pt x="1488" y="54"/>
                </a:lnTo>
                <a:lnTo>
                  <a:pt x="1329" y="54"/>
                </a:lnTo>
                <a:lnTo>
                  <a:pt x="1329" y="0"/>
                </a:lnTo>
                <a:moveTo>
                  <a:pt x="1595" y="0"/>
                </a:moveTo>
                <a:lnTo>
                  <a:pt x="1754" y="0"/>
                </a:lnTo>
                <a:lnTo>
                  <a:pt x="1754" y="54"/>
                </a:lnTo>
                <a:lnTo>
                  <a:pt x="1595" y="54"/>
                </a:lnTo>
                <a:lnTo>
                  <a:pt x="1595" y="0"/>
                </a:lnTo>
                <a:moveTo>
                  <a:pt x="1861" y="0"/>
                </a:moveTo>
                <a:lnTo>
                  <a:pt x="2019" y="0"/>
                </a:lnTo>
                <a:lnTo>
                  <a:pt x="2019" y="54"/>
                </a:lnTo>
                <a:lnTo>
                  <a:pt x="1861" y="54"/>
                </a:lnTo>
                <a:lnTo>
                  <a:pt x="1861" y="0"/>
                </a:lnTo>
                <a:moveTo>
                  <a:pt x="2126" y="0"/>
                </a:moveTo>
                <a:lnTo>
                  <a:pt x="2285" y="0"/>
                </a:lnTo>
                <a:lnTo>
                  <a:pt x="2285" y="54"/>
                </a:lnTo>
                <a:lnTo>
                  <a:pt x="2126" y="54"/>
                </a:lnTo>
                <a:lnTo>
                  <a:pt x="2126" y="0"/>
                </a:lnTo>
                <a:moveTo>
                  <a:pt x="2392" y="0"/>
                </a:moveTo>
                <a:lnTo>
                  <a:pt x="2551" y="0"/>
                </a:lnTo>
                <a:lnTo>
                  <a:pt x="2551" y="54"/>
                </a:lnTo>
                <a:lnTo>
                  <a:pt x="2392" y="54"/>
                </a:lnTo>
                <a:lnTo>
                  <a:pt x="2392" y="0"/>
                </a:lnTo>
                <a:moveTo>
                  <a:pt x="2658" y="0"/>
                </a:moveTo>
                <a:lnTo>
                  <a:pt x="2817" y="0"/>
                </a:lnTo>
                <a:lnTo>
                  <a:pt x="2817" y="54"/>
                </a:lnTo>
                <a:lnTo>
                  <a:pt x="2658" y="54"/>
                </a:lnTo>
                <a:lnTo>
                  <a:pt x="2658" y="0"/>
                </a:lnTo>
                <a:moveTo>
                  <a:pt x="2924" y="0"/>
                </a:moveTo>
                <a:lnTo>
                  <a:pt x="3083" y="0"/>
                </a:lnTo>
                <a:lnTo>
                  <a:pt x="3083" y="54"/>
                </a:lnTo>
                <a:lnTo>
                  <a:pt x="2924" y="54"/>
                </a:lnTo>
                <a:lnTo>
                  <a:pt x="2924" y="0"/>
                </a:lnTo>
                <a:moveTo>
                  <a:pt x="3190" y="0"/>
                </a:moveTo>
                <a:lnTo>
                  <a:pt x="3349" y="0"/>
                </a:lnTo>
                <a:lnTo>
                  <a:pt x="3349" y="54"/>
                </a:lnTo>
                <a:lnTo>
                  <a:pt x="3190" y="54"/>
                </a:lnTo>
                <a:lnTo>
                  <a:pt x="3190" y="0"/>
                </a:lnTo>
                <a:moveTo>
                  <a:pt x="3456" y="0"/>
                </a:moveTo>
                <a:lnTo>
                  <a:pt x="3614" y="0"/>
                </a:lnTo>
                <a:lnTo>
                  <a:pt x="3614" y="54"/>
                </a:lnTo>
                <a:lnTo>
                  <a:pt x="3456" y="54"/>
                </a:lnTo>
                <a:lnTo>
                  <a:pt x="3456" y="0"/>
                </a:lnTo>
                <a:moveTo>
                  <a:pt x="3722" y="0"/>
                </a:moveTo>
                <a:lnTo>
                  <a:pt x="3880" y="0"/>
                </a:lnTo>
                <a:lnTo>
                  <a:pt x="3880" y="54"/>
                </a:lnTo>
                <a:lnTo>
                  <a:pt x="3722" y="54"/>
                </a:lnTo>
                <a:lnTo>
                  <a:pt x="3722" y="0"/>
                </a:lnTo>
                <a:moveTo>
                  <a:pt x="3987" y="0"/>
                </a:moveTo>
                <a:lnTo>
                  <a:pt x="4146" y="0"/>
                </a:lnTo>
                <a:lnTo>
                  <a:pt x="4146" y="54"/>
                </a:lnTo>
                <a:lnTo>
                  <a:pt x="3987" y="54"/>
                </a:lnTo>
                <a:lnTo>
                  <a:pt x="3987" y="0"/>
                </a:lnTo>
                <a:moveTo>
                  <a:pt x="4253" y="0"/>
                </a:moveTo>
                <a:lnTo>
                  <a:pt x="4412" y="0"/>
                </a:lnTo>
                <a:lnTo>
                  <a:pt x="4412" y="54"/>
                </a:lnTo>
                <a:lnTo>
                  <a:pt x="4253" y="54"/>
                </a:lnTo>
                <a:lnTo>
                  <a:pt x="4253" y="0"/>
                </a:lnTo>
                <a:moveTo>
                  <a:pt x="4519" y="0"/>
                </a:moveTo>
                <a:lnTo>
                  <a:pt x="4678" y="0"/>
                </a:lnTo>
                <a:lnTo>
                  <a:pt x="4678" y="54"/>
                </a:lnTo>
                <a:lnTo>
                  <a:pt x="4519" y="54"/>
                </a:lnTo>
                <a:lnTo>
                  <a:pt x="4519" y="0"/>
                </a:lnTo>
                <a:moveTo>
                  <a:pt x="4785" y="0"/>
                </a:moveTo>
                <a:lnTo>
                  <a:pt x="4944" y="0"/>
                </a:lnTo>
                <a:lnTo>
                  <a:pt x="4944" y="54"/>
                </a:lnTo>
                <a:lnTo>
                  <a:pt x="4785" y="54"/>
                </a:lnTo>
                <a:lnTo>
                  <a:pt x="4785" y="0"/>
                </a:lnTo>
                <a:moveTo>
                  <a:pt x="5051" y="0"/>
                </a:moveTo>
                <a:lnTo>
                  <a:pt x="5210" y="0"/>
                </a:lnTo>
                <a:lnTo>
                  <a:pt x="5210" y="54"/>
                </a:lnTo>
                <a:lnTo>
                  <a:pt x="5051" y="54"/>
                </a:lnTo>
                <a:lnTo>
                  <a:pt x="5051" y="0"/>
                </a:lnTo>
                <a:moveTo>
                  <a:pt x="5317" y="0"/>
                </a:moveTo>
                <a:lnTo>
                  <a:pt x="5475" y="0"/>
                </a:lnTo>
                <a:lnTo>
                  <a:pt x="5475" y="54"/>
                </a:lnTo>
                <a:lnTo>
                  <a:pt x="5317" y="54"/>
                </a:lnTo>
                <a:lnTo>
                  <a:pt x="5317" y="0"/>
                </a:lnTo>
                <a:moveTo>
                  <a:pt x="5582" y="0"/>
                </a:moveTo>
                <a:lnTo>
                  <a:pt x="5742" y="0"/>
                </a:lnTo>
                <a:lnTo>
                  <a:pt x="5742" y="54"/>
                </a:lnTo>
                <a:lnTo>
                  <a:pt x="5582" y="54"/>
                </a:lnTo>
                <a:lnTo>
                  <a:pt x="5582" y="0"/>
                </a:lnTo>
                <a:moveTo>
                  <a:pt x="5849" y="0"/>
                </a:moveTo>
                <a:lnTo>
                  <a:pt x="6008" y="0"/>
                </a:lnTo>
                <a:lnTo>
                  <a:pt x="6008" y="54"/>
                </a:lnTo>
                <a:lnTo>
                  <a:pt x="5849" y="54"/>
                </a:lnTo>
                <a:lnTo>
                  <a:pt x="5849" y="0"/>
                </a:lnTo>
                <a:moveTo>
                  <a:pt x="6115" y="0"/>
                </a:moveTo>
                <a:lnTo>
                  <a:pt x="6274" y="0"/>
                </a:lnTo>
                <a:lnTo>
                  <a:pt x="6274" y="54"/>
                </a:lnTo>
                <a:lnTo>
                  <a:pt x="6115" y="54"/>
                </a:lnTo>
                <a:lnTo>
                  <a:pt x="6115" y="0"/>
                </a:lnTo>
                <a:moveTo>
                  <a:pt x="6381" y="0"/>
                </a:moveTo>
                <a:lnTo>
                  <a:pt x="6540" y="0"/>
                </a:lnTo>
                <a:lnTo>
                  <a:pt x="6540" y="54"/>
                </a:lnTo>
                <a:lnTo>
                  <a:pt x="6381" y="54"/>
                </a:lnTo>
                <a:lnTo>
                  <a:pt x="6381" y="0"/>
                </a:lnTo>
                <a:moveTo>
                  <a:pt x="6647" y="0"/>
                </a:moveTo>
                <a:lnTo>
                  <a:pt x="6806" y="0"/>
                </a:lnTo>
                <a:lnTo>
                  <a:pt x="6806" y="54"/>
                </a:lnTo>
                <a:lnTo>
                  <a:pt x="6647" y="54"/>
                </a:lnTo>
                <a:lnTo>
                  <a:pt x="6647" y="0"/>
                </a:lnTo>
                <a:moveTo>
                  <a:pt x="6913" y="0"/>
                </a:moveTo>
                <a:lnTo>
                  <a:pt x="7071" y="0"/>
                </a:lnTo>
                <a:lnTo>
                  <a:pt x="7071" y="54"/>
                </a:lnTo>
                <a:lnTo>
                  <a:pt x="6913" y="54"/>
                </a:lnTo>
                <a:lnTo>
                  <a:pt x="6913" y="0"/>
                </a:lnTo>
                <a:moveTo>
                  <a:pt x="7179" y="0"/>
                </a:moveTo>
                <a:lnTo>
                  <a:pt x="7337" y="0"/>
                </a:lnTo>
                <a:lnTo>
                  <a:pt x="7337" y="54"/>
                </a:lnTo>
                <a:lnTo>
                  <a:pt x="7179" y="54"/>
                </a:lnTo>
                <a:lnTo>
                  <a:pt x="7179" y="0"/>
                </a:lnTo>
                <a:moveTo>
                  <a:pt x="7444" y="0"/>
                </a:moveTo>
                <a:lnTo>
                  <a:pt x="7603" y="0"/>
                </a:lnTo>
                <a:lnTo>
                  <a:pt x="7603" y="54"/>
                </a:lnTo>
                <a:lnTo>
                  <a:pt x="7444" y="54"/>
                </a:lnTo>
                <a:lnTo>
                  <a:pt x="7444" y="0"/>
                </a:lnTo>
                <a:moveTo>
                  <a:pt x="7710" y="0"/>
                </a:moveTo>
                <a:lnTo>
                  <a:pt x="7869" y="0"/>
                </a:lnTo>
                <a:lnTo>
                  <a:pt x="7869" y="54"/>
                </a:lnTo>
                <a:lnTo>
                  <a:pt x="7710" y="54"/>
                </a:lnTo>
                <a:lnTo>
                  <a:pt x="7710" y="0"/>
                </a:lnTo>
                <a:moveTo>
                  <a:pt x="7976" y="0"/>
                </a:moveTo>
                <a:lnTo>
                  <a:pt x="8135" y="0"/>
                </a:lnTo>
                <a:lnTo>
                  <a:pt x="8135" y="54"/>
                </a:lnTo>
                <a:lnTo>
                  <a:pt x="7976" y="54"/>
                </a:lnTo>
                <a:lnTo>
                  <a:pt x="7976" y="0"/>
                </a:lnTo>
                <a:moveTo>
                  <a:pt x="8242" y="0"/>
                </a:moveTo>
                <a:lnTo>
                  <a:pt x="8401" y="0"/>
                </a:lnTo>
                <a:lnTo>
                  <a:pt x="8401" y="54"/>
                </a:lnTo>
                <a:lnTo>
                  <a:pt x="8242" y="54"/>
                </a:lnTo>
                <a:lnTo>
                  <a:pt x="8242" y="0"/>
                </a:lnTo>
                <a:moveTo>
                  <a:pt x="8508" y="0"/>
                </a:moveTo>
                <a:lnTo>
                  <a:pt x="8666" y="0"/>
                </a:lnTo>
                <a:lnTo>
                  <a:pt x="8666" y="54"/>
                </a:lnTo>
                <a:lnTo>
                  <a:pt x="8508" y="54"/>
                </a:lnTo>
                <a:lnTo>
                  <a:pt x="8508" y="0"/>
                </a:lnTo>
                <a:moveTo>
                  <a:pt x="8774" y="0"/>
                </a:moveTo>
                <a:lnTo>
                  <a:pt x="8932" y="0"/>
                </a:lnTo>
                <a:lnTo>
                  <a:pt x="8932" y="54"/>
                </a:lnTo>
                <a:lnTo>
                  <a:pt x="8774" y="54"/>
                </a:lnTo>
                <a:lnTo>
                  <a:pt x="8774" y="0"/>
                </a:lnTo>
                <a:moveTo>
                  <a:pt x="9039" y="0"/>
                </a:moveTo>
                <a:lnTo>
                  <a:pt x="9198" y="0"/>
                </a:lnTo>
                <a:lnTo>
                  <a:pt x="9198" y="54"/>
                </a:lnTo>
                <a:lnTo>
                  <a:pt x="9039" y="54"/>
                </a:lnTo>
                <a:lnTo>
                  <a:pt x="9039" y="0"/>
                </a:lnTo>
                <a:moveTo>
                  <a:pt x="9305" y="0"/>
                </a:moveTo>
                <a:lnTo>
                  <a:pt x="9464" y="0"/>
                </a:lnTo>
                <a:lnTo>
                  <a:pt x="9464" y="54"/>
                </a:lnTo>
                <a:lnTo>
                  <a:pt x="9305" y="54"/>
                </a:lnTo>
                <a:lnTo>
                  <a:pt x="9305" y="0"/>
                </a:lnTo>
                <a:moveTo>
                  <a:pt x="9571" y="0"/>
                </a:moveTo>
                <a:lnTo>
                  <a:pt x="9730" y="0"/>
                </a:lnTo>
                <a:lnTo>
                  <a:pt x="9730" y="54"/>
                </a:lnTo>
                <a:lnTo>
                  <a:pt x="9571" y="54"/>
                </a:lnTo>
                <a:lnTo>
                  <a:pt x="9571" y="0"/>
                </a:lnTo>
                <a:moveTo>
                  <a:pt x="9837" y="0"/>
                </a:moveTo>
                <a:lnTo>
                  <a:pt x="9996" y="0"/>
                </a:lnTo>
                <a:lnTo>
                  <a:pt x="9996" y="54"/>
                </a:lnTo>
                <a:lnTo>
                  <a:pt x="9837" y="54"/>
                </a:lnTo>
                <a:lnTo>
                  <a:pt x="9837" y="0"/>
                </a:lnTo>
                <a:moveTo>
                  <a:pt x="10103" y="0"/>
                </a:moveTo>
                <a:lnTo>
                  <a:pt x="10262" y="0"/>
                </a:lnTo>
                <a:lnTo>
                  <a:pt x="10262" y="54"/>
                </a:lnTo>
                <a:lnTo>
                  <a:pt x="10103" y="54"/>
                </a:lnTo>
                <a:lnTo>
                  <a:pt x="10103" y="0"/>
                </a:lnTo>
                <a:moveTo>
                  <a:pt x="10369" y="0"/>
                </a:moveTo>
                <a:lnTo>
                  <a:pt x="10527" y="0"/>
                </a:lnTo>
                <a:lnTo>
                  <a:pt x="10527" y="54"/>
                </a:lnTo>
                <a:lnTo>
                  <a:pt x="10369" y="54"/>
                </a:lnTo>
                <a:lnTo>
                  <a:pt x="10369" y="0"/>
                </a:lnTo>
                <a:moveTo>
                  <a:pt x="10634" y="0"/>
                </a:moveTo>
                <a:lnTo>
                  <a:pt x="10793" y="0"/>
                </a:lnTo>
                <a:lnTo>
                  <a:pt x="10793" y="54"/>
                </a:lnTo>
                <a:lnTo>
                  <a:pt x="10634" y="54"/>
                </a:lnTo>
                <a:lnTo>
                  <a:pt x="10634" y="0"/>
                </a:lnTo>
                <a:moveTo>
                  <a:pt x="10900" y="0"/>
                </a:moveTo>
                <a:lnTo>
                  <a:pt x="11059" y="0"/>
                </a:lnTo>
                <a:lnTo>
                  <a:pt x="11059" y="54"/>
                </a:lnTo>
                <a:lnTo>
                  <a:pt x="10900" y="54"/>
                </a:lnTo>
                <a:lnTo>
                  <a:pt x="10900" y="0"/>
                </a:lnTo>
                <a:moveTo>
                  <a:pt x="11166" y="0"/>
                </a:moveTo>
                <a:lnTo>
                  <a:pt x="11325" y="0"/>
                </a:lnTo>
                <a:lnTo>
                  <a:pt x="11325" y="54"/>
                </a:lnTo>
                <a:lnTo>
                  <a:pt x="11166" y="54"/>
                </a:lnTo>
                <a:lnTo>
                  <a:pt x="11166" y="0"/>
                </a:lnTo>
                <a:close/>
              </a:path>
            </a:pathLst>
          </a:custGeom>
          <a:solidFill>
            <a:srgbClr val="E9ECE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4877789" y="1544241"/>
            <a:ext cx="2470741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1" u="none" strike="noStrike" dirty="0" err="1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Warm</a:t>
            </a:r>
            <a:r>
              <a:rPr lang="en-US" altLang="zh-CN" sz="3600" b="1" u="none" strike="noStrike" dirty="0" err="1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Label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4552200" y="2280600"/>
            <a:ext cx="30877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264653"/>
                </a:solidFill>
                <a:effectLst/>
                <a:uFillTx/>
                <a:latin typeface="Arial"/>
                <a:ea typeface="Arial"/>
              </a:rPr>
              <a:t>Project Leadership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4443840" y="3048480"/>
            <a:ext cx="3338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Team Leader: Liu Daijun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4798800" y="4149720"/>
            <a:ext cx="25945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1" u="none" strike="noStrike">
                <a:solidFill>
                  <a:srgbClr val="457B9D"/>
                </a:solidFill>
                <a:effectLst/>
                <a:uFillTx/>
                <a:latin typeface="Arial"/>
                <a:ea typeface="Arial"/>
              </a:rPr>
              <a:t>2025 Project Launch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5006160" y="5029200"/>
            <a:ext cx="20415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150" b="1" u="none" strike="noStrike">
                <a:solidFill>
                  <a:srgbClr val="E76F51"/>
                </a:solidFill>
                <a:effectLst/>
                <a:uFillTx/>
                <a:latin typeface="Arial"/>
                <a:ea typeface="Arial"/>
              </a:rPr>
              <a:t>Thank You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360</Words>
  <Application>Microsoft Office PowerPoint</Application>
  <PresentationFormat>宽屏</PresentationFormat>
  <Paragraphs>150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NotoColorEmoji</vt:lpstr>
      <vt:lpstr>NotoSansCJKsc</vt:lpstr>
      <vt:lpstr>Arial</vt:lpstr>
      <vt:lpstr>Symbol</vt:lpstr>
      <vt:lpstr>Times New Roman</vt:lpstr>
      <vt:lpstr>Wingdings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玳均 刘</cp:lastModifiedBy>
  <cp:revision>1</cp:revision>
  <dcterms:modified xsi:type="dcterms:W3CDTF">2025-08-04T03:08:33Z</dcterms:modified>
  <dc:language>en-US</dc:language>
</cp:coreProperties>
</file>